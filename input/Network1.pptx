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3" r:id="rId3"/>
    <p:sldId id="259" r:id="rId4"/>
    <p:sldId id="260" r:id="rId5"/>
    <p:sldId id="262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75F5BF-AC5E-403F-AA82-4B1146742107}" v="2" dt="2026-08-09T14:51:53.6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KADA Eisuke" userId="ed089878-6661-404a-abd6-405c316a4c73" providerId="ADAL" clId="{7F2DC57F-DE3A-4771-92B1-7EC7E8998F10}"/>
    <pc:docChg chg="custSel addSld delSld modSld">
      <pc:chgData name="OKADA Eisuke" userId="ed089878-6661-404a-abd6-405c316a4c73" providerId="ADAL" clId="{7F2DC57F-DE3A-4771-92B1-7EC7E8998F10}" dt="2026-08-09T14:52:13.467" v="8" actId="1076"/>
      <pc:docMkLst>
        <pc:docMk/>
      </pc:docMkLst>
      <pc:sldChg chg="addSp delSp modSp add del mod">
        <pc:chgData name="OKADA Eisuke" userId="ed089878-6661-404a-abd6-405c316a4c73" providerId="ADAL" clId="{7F2DC57F-DE3A-4771-92B1-7EC7E8998F10}" dt="2026-08-09T14:51:09.765" v="4" actId="47"/>
        <pc:sldMkLst>
          <pc:docMk/>
          <pc:sldMk cId="362728529" sldId="263"/>
        </pc:sldMkLst>
        <pc:spChg chg="del">
          <ac:chgData name="OKADA Eisuke" userId="ed089878-6661-404a-abd6-405c316a4c73" providerId="ADAL" clId="{7F2DC57F-DE3A-4771-92B1-7EC7E8998F10}" dt="2026-08-09T14:50:27.129" v="2" actId="478"/>
          <ac:spMkLst>
            <pc:docMk/>
            <pc:sldMk cId="362728529" sldId="263"/>
            <ac:spMk id="2" creationId="{178ADAF7-ECED-44B3-F362-D90D1ED997B3}"/>
          </ac:spMkLst>
        </pc:spChg>
        <pc:spChg chg="add del mod">
          <ac:chgData name="OKADA Eisuke" userId="ed089878-6661-404a-abd6-405c316a4c73" providerId="ADAL" clId="{7F2DC57F-DE3A-4771-92B1-7EC7E8998F10}" dt="2026-08-09T14:50:28.127" v="3" actId="478"/>
          <ac:spMkLst>
            <pc:docMk/>
            <pc:sldMk cId="362728529" sldId="263"/>
            <ac:spMk id="4" creationId="{8FAD2072-B535-AC5A-52C6-D5BD0E8D3030}"/>
          </ac:spMkLst>
        </pc:spChg>
      </pc:sldChg>
      <pc:sldChg chg="addSp delSp modSp add mod">
        <pc:chgData name="OKADA Eisuke" userId="ed089878-6661-404a-abd6-405c316a4c73" providerId="ADAL" clId="{7F2DC57F-DE3A-4771-92B1-7EC7E8998F10}" dt="2026-08-09T14:52:13.467" v="8" actId="1076"/>
        <pc:sldMkLst>
          <pc:docMk/>
          <pc:sldMk cId="1379782166" sldId="263"/>
        </pc:sldMkLst>
        <pc:spChg chg="del">
          <ac:chgData name="OKADA Eisuke" userId="ed089878-6661-404a-abd6-405c316a4c73" providerId="ADAL" clId="{7F2DC57F-DE3A-4771-92B1-7EC7E8998F10}" dt="2026-08-09T14:51:56.923" v="6" actId="478"/>
          <ac:spMkLst>
            <pc:docMk/>
            <pc:sldMk cId="1379782166" sldId="263"/>
            <ac:spMk id="2" creationId="{03AE9D8D-1149-D50C-B048-1A65D7A6C0ED}"/>
          </ac:spMkLst>
        </pc:spChg>
        <pc:spChg chg="add del mod">
          <ac:chgData name="OKADA Eisuke" userId="ed089878-6661-404a-abd6-405c316a4c73" providerId="ADAL" clId="{7F2DC57F-DE3A-4771-92B1-7EC7E8998F10}" dt="2026-08-09T14:51:58.986" v="7" actId="478"/>
          <ac:spMkLst>
            <pc:docMk/>
            <pc:sldMk cId="1379782166" sldId="263"/>
            <ac:spMk id="4" creationId="{13C1B875-0C0B-0FEF-EA50-AA021585A2BE}"/>
          </ac:spMkLst>
        </pc:spChg>
        <pc:spChg chg="mod">
          <ac:chgData name="OKADA Eisuke" userId="ed089878-6661-404a-abd6-405c316a4c73" providerId="ADAL" clId="{7F2DC57F-DE3A-4771-92B1-7EC7E8998F10}" dt="2026-08-09T14:52:13.467" v="8" actId="1076"/>
          <ac:spMkLst>
            <pc:docMk/>
            <pc:sldMk cId="1379782166" sldId="263"/>
            <ac:spMk id="90" creationId="{99448FA0-A797-18C3-EF16-62E8B40BF51F}"/>
          </ac:spMkLst>
        </pc:spChg>
        <pc:spChg chg="mod">
          <ac:chgData name="OKADA Eisuke" userId="ed089878-6661-404a-abd6-405c316a4c73" providerId="ADAL" clId="{7F2DC57F-DE3A-4771-92B1-7EC7E8998F10}" dt="2026-08-09T14:52:13.467" v="8" actId="1076"/>
          <ac:spMkLst>
            <pc:docMk/>
            <pc:sldMk cId="1379782166" sldId="263"/>
            <ac:spMk id="92" creationId="{FEC28F6A-3F32-05C2-6D03-332FA9032735}"/>
          </ac:spMkLst>
        </pc:spChg>
        <pc:spChg chg="mod">
          <ac:chgData name="OKADA Eisuke" userId="ed089878-6661-404a-abd6-405c316a4c73" providerId="ADAL" clId="{7F2DC57F-DE3A-4771-92B1-7EC7E8998F10}" dt="2026-08-09T14:52:13.467" v="8" actId="1076"/>
          <ac:spMkLst>
            <pc:docMk/>
            <pc:sldMk cId="1379782166" sldId="263"/>
            <ac:spMk id="94" creationId="{10E994A6-DA9C-CA61-8EA5-DE0132EE8D9B}"/>
          </ac:spMkLst>
        </pc:spChg>
        <pc:spChg chg="mod">
          <ac:chgData name="OKADA Eisuke" userId="ed089878-6661-404a-abd6-405c316a4c73" providerId="ADAL" clId="{7F2DC57F-DE3A-4771-92B1-7EC7E8998F10}" dt="2026-08-09T14:52:13.467" v="8" actId="1076"/>
          <ac:spMkLst>
            <pc:docMk/>
            <pc:sldMk cId="1379782166" sldId="263"/>
            <ac:spMk id="95" creationId="{94120443-6B96-2CE7-599A-21F9FF78F2E2}"/>
          </ac:spMkLst>
        </pc:spChg>
        <pc:spChg chg="mod">
          <ac:chgData name="OKADA Eisuke" userId="ed089878-6661-404a-abd6-405c316a4c73" providerId="ADAL" clId="{7F2DC57F-DE3A-4771-92B1-7EC7E8998F10}" dt="2026-08-09T14:52:13.467" v="8" actId="1076"/>
          <ac:spMkLst>
            <pc:docMk/>
            <pc:sldMk cId="1379782166" sldId="263"/>
            <ac:spMk id="96" creationId="{C97FF4FA-E8BD-E28B-33FB-3B2115EE3CFF}"/>
          </ac:spMkLst>
        </pc:spChg>
        <pc:spChg chg="mod">
          <ac:chgData name="OKADA Eisuke" userId="ed089878-6661-404a-abd6-405c316a4c73" providerId="ADAL" clId="{7F2DC57F-DE3A-4771-92B1-7EC7E8998F10}" dt="2026-08-09T14:52:13.467" v="8" actId="1076"/>
          <ac:spMkLst>
            <pc:docMk/>
            <pc:sldMk cId="1379782166" sldId="263"/>
            <ac:spMk id="160" creationId="{453BB541-E612-2537-965E-BC7984CFEDBF}"/>
          </ac:spMkLst>
        </pc:spChg>
        <pc:spChg chg="mod">
          <ac:chgData name="OKADA Eisuke" userId="ed089878-6661-404a-abd6-405c316a4c73" providerId="ADAL" clId="{7F2DC57F-DE3A-4771-92B1-7EC7E8998F10}" dt="2026-08-09T14:52:13.467" v="8" actId="1076"/>
          <ac:spMkLst>
            <pc:docMk/>
            <pc:sldMk cId="1379782166" sldId="263"/>
            <ac:spMk id="162" creationId="{591D9DEF-B189-BD78-AE49-ACBE1A78A74F}"/>
          </ac:spMkLst>
        </pc:spChg>
        <pc:spChg chg="mod">
          <ac:chgData name="OKADA Eisuke" userId="ed089878-6661-404a-abd6-405c316a4c73" providerId="ADAL" clId="{7F2DC57F-DE3A-4771-92B1-7EC7E8998F10}" dt="2026-08-09T14:52:13.467" v="8" actId="1076"/>
          <ac:spMkLst>
            <pc:docMk/>
            <pc:sldMk cId="1379782166" sldId="263"/>
            <ac:spMk id="165" creationId="{9A0069B4-984F-A4F6-F89F-D09ACC101420}"/>
          </ac:spMkLst>
        </pc:spChg>
        <pc:spChg chg="mod">
          <ac:chgData name="OKADA Eisuke" userId="ed089878-6661-404a-abd6-405c316a4c73" providerId="ADAL" clId="{7F2DC57F-DE3A-4771-92B1-7EC7E8998F10}" dt="2026-08-09T14:52:13.467" v="8" actId="1076"/>
          <ac:spMkLst>
            <pc:docMk/>
            <pc:sldMk cId="1379782166" sldId="263"/>
            <ac:spMk id="166" creationId="{62284FB3-5BBC-3296-ACB9-81CA095F8F28}"/>
          </ac:spMkLst>
        </pc:spChg>
        <pc:spChg chg="mod">
          <ac:chgData name="OKADA Eisuke" userId="ed089878-6661-404a-abd6-405c316a4c73" providerId="ADAL" clId="{7F2DC57F-DE3A-4771-92B1-7EC7E8998F10}" dt="2026-08-09T14:52:13.467" v="8" actId="1076"/>
          <ac:spMkLst>
            <pc:docMk/>
            <pc:sldMk cId="1379782166" sldId="263"/>
            <ac:spMk id="167" creationId="{12949D2D-8EB2-751F-7C8C-7B5CC060098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989C92E-F89A-4EA3-ABB4-2824282CE3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47F9A53-AEF7-6930-2551-6F2FCFAE65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59AA810-001D-D0E7-DEDA-DFA461F88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FCA07-FDFB-43B5-B2D4-014E87D4103E}" type="datetimeFigureOut">
              <a:rPr kumimoji="1" lang="ja-JP" altLang="en-US" smtClean="0"/>
              <a:t>2026/8/9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8424DE8-67F2-BC7A-A527-177A45DC8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CAB81D7-148E-65F4-9FD4-529C2B3E7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09D7C-CF28-4441-A154-D9A5E16F5F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28046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3BDAA9-8155-5E05-25A6-0EC808AB5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78AD6E8-080B-C47C-71FA-9235C3E20A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F95971C-33A5-9606-EE14-D6CA07354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FCA07-FDFB-43B5-B2D4-014E87D4103E}" type="datetimeFigureOut">
              <a:rPr kumimoji="1" lang="ja-JP" altLang="en-US" smtClean="0"/>
              <a:t>2026/8/9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A9AE4C7-030A-0E9C-89A6-9439D2293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B0DC437-3E6B-B603-DE76-2FFDD9987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09D7C-CF28-4441-A154-D9A5E16F5F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27244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C661A7-7D8C-E8B2-8FFC-CA98934D0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66307E2-5D75-7BBC-042C-FB9767771A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540D9E0-9241-00A7-E921-5FDF8C187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FCA07-FDFB-43B5-B2D4-014E87D4103E}" type="datetimeFigureOut">
              <a:rPr kumimoji="1" lang="ja-JP" altLang="en-US" smtClean="0"/>
              <a:t>2026/8/9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E6539C9-C4B4-71BD-A77A-40F897BA6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7226AC7-3DB6-5485-8D8E-E6A72730C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09D7C-CF28-4441-A154-D9A5E16F5F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46818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E115CE0-6A25-FEBF-F486-1DC3FEEDB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B038EB9-3135-FEE7-9AD3-800880BCD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ED9741F-EFA0-2DB2-1C21-13A9CB621A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5926E8D-3C84-F6A3-FA6B-F1AD709F8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FCA07-FDFB-43B5-B2D4-014E87D4103E}" type="datetimeFigureOut">
              <a:rPr kumimoji="1" lang="ja-JP" altLang="en-US" smtClean="0"/>
              <a:t>2026/8/9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441EFC-FCC5-3010-CA45-4432C7DE5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0AD04EB-E4FC-E86B-B036-AC8DA9395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09D7C-CF28-4441-A154-D9A5E16F5F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75427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4D6B0C0-52A7-A561-30F2-5C7D8B570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5985A83-AEFB-B937-D95C-BEDAD1F970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FCF2111-6C9A-A33A-8893-83F8745664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9835997-73B8-04F5-A897-597C3A1BC9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E038D67E-8B83-E05B-58F4-0B8DBC4965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940C009-C8C8-0621-8EE3-AB75D0D0B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FCA07-FDFB-43B5-B2D4-014E87D4103E}" type="datetimeFigureOut">
              <a:rPr kumimoji="1" lang="ja-JP" altLang="en-US" smtClean="0"/>
              <a:t>2026/8/9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91AD185C-1CBF-950F-BCCA-2D2279036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F8DDBA6-4230-2472-0F2A-8245FA215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09D7C-CF28-4441-A154-D9A5E16F5F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63007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107D9C5-7EEF-1531-A3FD-D0D511218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56ED2EF-FCAB-8DFE-ED63-71919BD76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FCA07-FDFB-43B5-B2D4-014E87D4103E}" type="datetimeFigureOut">
              <a:rPr kumimoji="1" lang="ja-JP" altLang="en-US" smtClean="0"/>
              <a:t>2026/8/9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C774305-11BA-E935-5AA2-8789D43DA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C956AD3-E4F6-F512-6DB1-7A29AD041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09D7C-CF28-4441-A154-D9A5E16F5F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62372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850657F4-93B2-4EA6-D1A3-CAB93B98F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FCA07-FDFB-43B5-B2D4-014E87D4103E}" type="datetimeFigureOut">
              <a:rPr kumimoji="1" lang="ja-JP" altLang="en-US" smtClean="0"/>
              <a:t>2026/8/9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8DA1CBF-8A7C-06B4-EC1D-47F731449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620EE16-E5F3-1EB5-EBE2-1BDD20BDB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09D7C-CF28-4441-A154-D9A5E16F5F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8192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B44822-B2F5-3CEC-9A83-49FB9769E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A045958-E577-8630-8917-6997FA2BB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9E4445B-D140-2075-6566-9A93D8570B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3BBB852-ED82-3742-86D9-BFC19ABD8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FCA07-FDFB-43B5-B2D4-014E87D4103E}" type="datetimeFigureOut">
              <a:rPr kumimoji="1" lang="ja-JP" altLang="en-US" smtClean="0"/>
              <a:t>2026/8/9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5EE6885-C8B7-32EB-BCD8-0B685FB18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6676204-194D-8F8E-C767-FB45407A3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09D7C-CF28-4441-A154-D9A5E16F5F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615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92E1AFC-07DA-18DC-7B01-F69C0C437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E3953D2-8542-F096-5C60-8D0F4E21FC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EF5C3BB-F193-89FC-9923-F5AE56230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6D2B975-4FFC-DE98-73D7-F8C0D6DEE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FCA07-FDFB-43B5-B2D4-014E87D4103E}" type="datetimeFigureOut">
              <a:rPr kumimoji="1" lang="ja-JP" altLang="en-US" smtClean="0"/>
              <a:t>2026/8/9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7FCC740-A065-1E85-7A2E-AB840B839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312B5CE-0BA8-7A08-A235-5E3460E6E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09D7C-CF28-4441-A154-D9A5E16F5F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33178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5800AB3-D85A-5962-2750-2799075E8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7F80CE5-D720-357D-1615-A6EA55010B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8F3ADA2-C587-3F58-1E4E-5A5BEAF44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FCA07-FDFB-43B5-B2D4-014E87D4103E}" type="datetimeFigureOut">
              <a:rPr kumimoji="1" lang="ja-JP" altLang="en-US" smtClean="0"/>
              <a:t>2026/8/9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A25F93C-36E4-60D0-4F08-9599654A2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33E83EF-C17D-7064-41D0-A0C4E9865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09D7C-CF28-4441-A154-D9A5E16F5F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6097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93CB772-DD3F-0F93-C329-6624221999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3B04E23-AE2B-2E61-5B88-5DBAFA23E1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8DAAB1C-CC36-96E0-4E52-80388F14A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FCA07-FDFB-43B5-B2D4-014E87D4103E}" type="datetimeFigureOut">
              <a:rPr kumimoji="1" lang="ja-JP" altLang="en-US" smtClean="0"/>
              <a:t>2026/8/9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67C0488-A325-7C0F-E5A7-57EFA3B4F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0CB8AAB-BF8F-7033-C1E9-006CE3069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09D7C-CF28-4441-A154-D9A5E16F5F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9992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C821C337-FED0-86A6-9BE0-DB9A32086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FDAEC54-7D23-2C7D-13F2-5668CB95F9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7F2ED66-B6DC-9B26-635D-7AE2C21A0D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4FCA07-FDFB-43B5-B2D4-014E87D4103E}" type="datetimeFigureOut">
              <a:rPr kumimoji="1" lang="ja-JP" altLang="en-US" smtClean="0"/>
              <a:t>2026/8/9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1A9166A-F44B-6054-A39A-EB6958DAE7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6FF560B-EF0B-60A3-60FC-1D5379419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C09D7C-CF28-4441-A154-D9A5E16F5F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58192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6456294-C199-A870-C585-01FD48F73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1. Network Topology</a:t>
            </a:r>
            <a:endParaRPr kumimoji="1" lang="ja-JP" altLang="en-US" dirty="0"/>
          </a:p>
        </p:txBody>
      </p:sp>
      <p:cxnSp>
        <p:nvCxnSpPr>
          <p:cNvPr id="86" name="直線コネクタ 85">
            <a:extLst>
              <a:ext uri="{FF2B5EF4-FFF2-40B4-BE49-F238E27FC236}">
                <a16:creationId xmlns:a16="http://schemas.microsoft.com/office/drawing/2014/main" id="{24E6A78B-1A0A-4F98-792E-47147CBA6891}"/>
              </a:ext>
            </a:extLst>
          </p:cNvPr>
          <p:cNvCxnSpPr>
            <a:cxnSpLocks/>
          </p:cNvCxnSpPr>
          <p:nvPr/>
        </p:nvCxnSpPr>
        <p:spPr>
          <a:xfrm>
            <a:off x="2028537" y="2464907"/>
            <a:ext cx="293472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直線コネクタ 86">
            <a:extLst>
              <a:ext uri="{FF2B5EF4-FFF2-40B4-BE49-F238E27FC236}">
                <a16:creationId xmlns:a16="http://schemas.microsoft.com/office/drawing/2014/main" id="{2EEDDF46-D063-A8FD-061B-2FE8435ED885}"/>
              </a:ext>
            </a:extLst>
          </p:cNvPr>
          <p:cNvCxnSpPr>
            <a:cxnSpLocks/>
          </p:cNvCxnSpPr>
          <p:nvPr/>
        </p:nvCxnSpPr>
        <p:spPr>
          <a:xfrm>
            <a:off x="1874878" y="5162121"/>
            <a:ext cx="3737455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テキスト ボックス 87">
            <a:extLst>
              <a:ext uri="{FF2B5EF4-FFF2-40B4-BE49-F238E27FC236}">
                <a16:creationId xmlns:a16="http://schemas.microsoft.com/office/drawing/2014/main" id="{2E2CBD9D-3486-192C-D26D-067FB9422812}"/>
              </a:ext>
            </a:extLst>
          </p:cNvPr>
          <p:cNvSpPr txBox="1"/>
          <p:nvPr/>
        </p:nvSpPr>
        <p:spPr>
          <a:xfrm>
            <a:off x="2726375" y="4928777"/>
            <a:ext cx="26789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VLAN100  192.168.100.254/24</a:t>
            </a:r>
            <a:endParaRPr kumimoji="1" lang="ja-JP" altLang="en-US" sz="1400"/>
          </a:p>
        </p:txBody>
      </p:sp>
      <p:cxnSp>
        <p:nvCxnSpPr>
          <p:cNvPr id="89" name="直線コネクタ 88">
            <a:extLst>
              <a:ext uri="{FF2B5EF4-FFF2-40B4-BE49-F238E27FC236}">
                <a16:creationId xmlns:a16="http://schemas.microsoft.com/office/drawing/2014/main" id="{D6F368D6-3C83-27E9-21EF-D04420666874}"/>
              </a:ext>
            </a:extLst>
          </p:cNvPr>
          <p:cNvCxnSpPr>
            <a:cxnSpLocks/>
            <a:stCxn id="96" idx="2"/>
          </p:cNvCxnSpPr>
          <p:nvPr/>
        </p:nvCxnSpPr>
        <p:spPr>
          <a:xfrm flipH="1">
            <a:off x="5618484" y="2699478"/>
            <a:ext cx="14302" cy="26047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角丸四角形 8">
            <a:extLst>
              <a:ext uri="{FF2B5EF4-FFF2-40B4-BE49-F238E27FC236}">
                <a16:creationId xmlns:a16="http://schemas.microsoft.com/office/drawing/2014/main" id="{B30A843C-E7C7-143D-6041-7A7C999EE16B}"/>
              </a:ext>
            </a:extLst>
          </p:cNvPr>
          <p:cNvSpPr/>
          <p:nvPr/>
        </p:nvSpPr>
        <p:spPr>
          <a:xfrm>
            <a:off x="2884075" y="5432410"/>
            <a:ext cx="1100774" cy="598593"/>
          </a:xfrm>
          <a:prstGeom prst="roundRect">
            <a:avLst/>
          </a:prstGeom>
          <a:ln>
            <a:solidFill>
              <a:schemeClr val="accent3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200" dirty="0"/>
              <a:t>Active Directory</a:t>
            </a:r>
            <a:endParaRPr kumimoji="1" lang="en-US" altLang="ja-JP" sz="1200" dirty="0"/>
          </a:p>
          <a:p>
            <a:pPr algn="ctr"/>
            <a:r>
              <a:rPr lang="en-US" altLang="ja-JP" sz="1200" dirty="0"/>
              <a:t>.1</a:t>
            </a:r>
            <a:endParaRPr kumimoji="1" lang="ja-JP" altLang="en-US" sz="1200"/>
          </a:p>
        </p:txBody>
      </p:sp>
      <p:cxnSp>
        <p:nvCxnSpPr>
          <p:cNvPr id="91" name="直線コネクタ 90">
            <a:extLst>
              <a:ext uri="{FF2B5EF4-FFF2-40B4-BE49-F238E27FC236}">
                <a16:creationId xmlns:a16="http://schemas.microsoft.com/office/drawing/2014/main" id="{B8BB5B07-6C52-C2A6-8071-867665C50D23}"/>
              </a:ext>
            </a:extLst>
          </p:cNvPr>
          <p:cNvCxnSpPr>
            <a:cxnSpLocks/>
            <a:endCxn id="90" idx="0"/>
          </p:cNvCxnSpPr>
          <p:nvPr/>
        </p:nvCxnSpPr>
        <p:spPr>
          <a:xfrm>
            <a:off x="3434462" y="5171755"/>
            <a:ext cx="0" cy="260655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角丸四角形 10">
            <a:extLst>
              <a:ext uri="{FF2B5EF4-FFF2-40B4-BE49-F238E27FC236}">
                <a16:creationId xmlns:a16="http://schemas.microsoft.com/office/drawing/2014/main" id="{D7355177-20FA-DB72-FFC6-7239496B1B39}"/>
              </a:ext>
            </a:extLst>
          </p:cNvPr>
          <p:cNvSpPr/>
          <p:nvPr/>
        </p:nvSpPr>
        <p:spPr>
          <a:xfrm>
            <a:off x="6509208" y="2708484"/>
            <a:ext cx="1100774" cy="506706"/>
          </a:xfrm>
          <a:prstGeom prst="roundRect">
            <a:avLst/>
          </a:prstGeom>
          <a:ln>
            <a:solidFill>
              <a:srgbClr val="FF0000"/>
            </a:solidFill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200" dirty="0"/>
              <a:t>Web</a:t>
            </a:r>
          </a:p>
        </p:txBody>
      </p:sp>
      <p:cxnSp>
        <p:nvCxnSpPr>
          <p:cNvPr id="93" name="直線コネクタ 92">
            <a:extLst>
              <a:ext uri="{FF2B5EF4-FFF2-40B4-BE49-F238E27FC236}">
                <a16:creationId xmlns:a16="http://schemas.microsoft.com/office/drawing/2014/main" id="{8C861ED5-7BAB-D865-9179-4D2C8E1FE527}"/>
              </a:ext>
            </a:extLst>
          </p:cNvPr>
          <p:cNvCxnSpPr>
            <a:cxnSpLocks/>
            <a:endCxn id="92" idx="0"/>
          </p:cNvCxnSpPr>
          <p:nvPr/>
        </p:nvCxnSpPr>
        <p:spPr>
          <a:xfrm>
            <a:off x="7059595" y="2447828"/>
            <a:ext cx="0" cy="26065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雲 93">
            <a:extLst>
              <a:ext uri="{FF2B5EF4-FFF2-40B4-BE49-F238E27FC236}">
                <a16:creationId xmlns:a16="http://schemas.microsoft.com/office/drawing/2014/main" id="{DC81C1D1-F57E-B6EF-787D-2B8BC5C5BDFB}"/>
              </a:ext>
            </a:extLst>
          </p:cNvPr>
          <p:cNvSpPr/>
          <p:nvPr/>
        </p:nvSpPr>
        <p:spPr>
          <a:xfrm>
            <a:off x="1469520" y="1970316"/>
            <a:ext cx="1615591" cy="877442"/>
          </a:xfrm>
          <a:prstGeom prst="cloud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The</a:t>
            </a:r>
          </a:p>
          <a:p>
            <a:pPr algn="ctr"/>
            <a:r>
              <a:rPr lang="en-US" altLang="ja-JP" dirty="0"/>
              <a:t>Internet</a:t>
            </a:r>
            <a:endParaRPr kumimoji="1" lang="ja-JP" altLang="en-US"/>
          </a:p>
        </p:txBody>
      </p:sp>
      <p:sp>
        <p:nvSpPr>
          <p:cNvPr id="95" name="テキスト ボックス 94">
            <a:extLst>
              <a:ext uri="{FF2B5EF4-FFF2-40B4-BE49-F238E27FC236}">
                <a16:creationId xmlns:a16="http://schemas.microsoft.com/office/drawing/2014/main" id="{8045BB4C-5D7D-3F5D-D9BE-671890D194CE}"/>
              </a:ext>
            </a:extLst>
          </p:cNvPr>
          <p:cNvSpPr txBox="1"/>
          <p:nvPr/>
        </p:nvSpPr>
        <p:spPr>
          <a:xfrm>
            <a:off x="3639126" y="2158578"/>
            <a:ext cx="1812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133.x.y.11</a:t>
            </a:r>
            <a:endParaRPr kumimoji="1" lang="ja-JP" altLang="en-US"/>
          </a:p>
        </p:txBody>
      </p:sp>
      <p:sp>
        <p:nvSpPr>
          <p:cNvPr id="96" name="角丸四角形 14">
            <a:extLst>
              <a:ext uri="{FF2B5EF4-FFF2-40B4-BE49-F238E27FC236}">
                <a16:creationId xmlns:a16="http://schemas.microsoft.com/office/drawing/2014/main" id="{B37D049F-E6D4-5281-96C1-07D14A3E2A94}"/>
              </a:ext>
            </a:extLst>
          </p:cNvPr>
          <p:cNvSpPr/>
          <p:nvPr/>
        </p:nvSpPr>
        <p:spPr>
          <a:xfrm>
            <a:off x="4824988" y="2216878"/>
            <a:ext cx="1615595" cy="48260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UTM(VPN)</a:t>
            </a:r>
            <a:endParaRPr kumimoji="1" lang="ja-JP" altLang="en-US"/>
          </a:p>
        </p:txBody>
      </p:sp>
      <p:grpSp>
        <p:nvGrpSpPr>
          <p:cNvPr id="97" name="グループ化 96">
            <a:extLst>
              <a:ext uri="{FF2B5EF4-FFF2-40B4-BE49-F238E27FC236}">
                <a16:creationId xmlns:a16="http://schemas.microsoft.com/office/drawing/2014/main" id="{C30FAAE9-8861-3C62-97DF-EF537F597B1A}"/>
              </a:ext>
            </a:extLst>
          </p:cNvPr>
          <p:cNvGrpSpPr/>
          <p:nvPr/>
        </p:nvGrpSpPr>
        <p:grpSpPr>
          <a:xfrm>
            <a:off x="5641253" y="3355196"/>
            <a:ext cx="4905866" cy="612235"/>
            <a:chOff x="5936699" y="1788928"/>
            <a:chExt cx="4905866" cy="612235"/>
          </a:xfrm>
        </p:grpSpPr>
        <p:cxnSp>
          <p:nvCxnSpPr>
            <p:cNvPr id="98" name="直線コネクタ 97">
              <a:extLst>
                <a:ext uri="{FF2B5EF4-FFF2-40B4-BE49-F238E27FC236}">
                  <a16:creationId xmlns:a16="http://schemas.microsoft.com/office/drawing/2014/main" id="{65BB3B1A-3EAE-37E4-B1E7-E82AD80300E0}"/>
                </a:ext>
              </a:extLst>
            </p:cNvPr>
            <p:cNvCxnSpPr/>
            <p:nvPr/>
          </p:nvCxnSpPr>
          <p:spPr>
            <a:xfrm>
              <a:off x="5936699" y="2030502"/>
              <a:ext cx="48514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テキスト ボックス 98">
              <a:extLst>
                <a:ext uri="{FF2B5EF4-FFF2-40B4-BE49-F238E27FC236}">
                  <a16:creationId xmlns:a16="http://schemas.microsoft.com/office/drawing/2014/main" id="{68990CF0-2803-221C-AC46-A3F79CEF5D9C}"/>
                </a:ext>
              </a:extLst>
            </p:cNvPr>
            <p:cNvSpPr txBox="1"/>
            <p:nvPr/>
          </p:nvSpPr>
          <p:spPr>
            <a:xfrm>
              <a:off x="8362399" y="1788928"/>
              <a:ext cx="248016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400" dirty="0"/>
                <a:t>VLAN10  192.168.10.254/24</a:t>
              </a:r>
              <a:endParaRPr kumimoji="1" lang="ja-JP" altLang="en-US" sz="1400"/>
            </a:p>
          </p:txBody>
        </p:sp>
        <p:sp>
          <p:nvSpPr>
            <p:cNvPr id="100" name="角丸四角形 18">
              <a:extLst>
                <a:ext uri="{FF2B5EF4-FFF2-40B4-BE49-F238E27FC236}">
                  <a16:creationId xmlns:a16="http://schemas.microsoft.com/office/drawing/2014/main" id="{811EFE9A-BB2B-6223-4526-B4F22986A383}"/>
                </a:ext>
              </a:extLst>
            </p:cNvPr>
            <p:cNvSpPr/>
            <p:nvPr/>
          </p:nvSpPr>
          <p:spPr>
            <a:xfrm>
              <a:off x="7393988" y="2144951"/>
              <a:ext cx="521758" cy="256212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/>
                <a:t>.1</a:t>
              </a:r>
              <a:endParaRPr kumimoji="1" lang="ja-JP" altLang="en-US"/>
            </a:p>
          </p:txBody>
        </p:sp>
        <p:sp>
          <p:nvSpPr>
            <p:cNvPr id="101" name="角丸四角形 19">
              <a:extLst>
                <a:ext uri="{FF2B5EF4-FFF2-40B4-BE49-F238E27FC236}">
                  <a16:creationId xmlns:a16="http://schemas.microsoft.com/office/drawing/2014/main" id="{8C6E2F8B-6DA6-C216-AC87-18E893DB1D35}"/>
                </a:ext>
              </a:extLst>
            </p:cNvPr>
            <p:cNvSpPr/>
            <p:nvPr/>
          </p:nvSpPr>
          <p:spPr>
            <a:xfrm>
              <a:off x="8023892" y="2144951"/>
              <a:ext cx="521758" cy="256212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/>
                <a:t>.2</a:t>
              </a:r>
              <a:endParaRPr kumimoji="1" lang="ja-JP" altLang="en-US"/>
            </a:p>
          </p:txBody>
        </p:sp>
        <p:sp>
          <p:nvSpPr>
            <p:cNvPr id="102" name="角丸四角形 20">
              <a:extLst>
                <a:ext uri="{FF2B5EF4-FFF2-40B4-BE49-F238E27FC236}">
                  <a16:creationId xmlns:a16="http://schemas.microsoft.com/office/drawing/2014/main" id="{3C49D42E-8A52-58F6-BA49-B6261D812B68}"/>
                </a:ext>
              </a:extLst>
            </p:cNvPr>
            <p:cNvSpPr/>
            <p:nvPr/>
          </p:nvSpPr>
          <p:spPr>
            <a:xfrm>
              <a:off x="8653796" y="2139915"/>
              <a:ext cx="521758" cy="256212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/>
                <a:t>.3</a:t>
              </a:r>
              <a:endParaRPr kumimoji="1" lang="ja-JP" altLang="en-US"/>
            </a:p>
          </p:txBody>
        </p:sp>
        <p:sp>
          <p:nvSpPr>
            <p:cNvPr id="103" name="角丸四角形 21">
              <a:extLst>
                <a:ext uri="{FF2B5EF4-FFF2-40B4-BE49-F238E27FC236}">
                  <a16:creationId xmlns:a16="http://schemas.microsoft.com/office/drawing/2014/main" id="{F86313F6-FA68-495E-3549-E7A9440664DA}"/>
                </a:ext>
              </a:extLst>
            </p:cNvPr>
            <p:cNvSpPr/>
            <p:nvPr/>
          </p:nvSpPr>
          <p:spPr>
            <a:xfrm>
              <a:off x="9283700" y="2139915"/>
              <a:ext cx="521758" cy="256212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/>
                <a:t>.4</a:t>
              </a:r>
              <a:endParaRPr kumimoji="1" lang="ja-JP" altLang="en-US"/>
            </a:p>
          </p:txBody>
        </p:sp>
        <p:cxnSp>
          <p:nvCxnSpPr>
            <p:cNvPr id="104" name="直線コネクタ 103">
              <a:extLst>
                <a:ext uri="{FF2B5EF4-FFF2-40B4-BE49-F238E27FC236}">
                  <a16:creationId xmlns:a16="http://schemas.microsoft.com/office/drawing/2014/main" id="{F29F8096-FA52-BAC3-90A4-69217A5E116E}"/>
                </a:ext>
              </a:extLst>
            </p:cNvPr>
            <p:cNvCxnSpPr>
              <a:cxnSpLocks/>
            </p:cNvCxnSpPr>
            <p:nvPr/>
          </p:nvCxnSpPr>
          <p:spPr>
            <a:xfrm>
              <a:off x="7654867" y="2030502"/>
              <a:ext cx="0" cy="11444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線コネクタ 104">
              <a:extLst>
                <a:ext uri="{FF2B5EF4-FFF2-40B4-BE49-F238E27FC236}">
                  <a16:creationId xmlns:a16="http://schemas.microsoft.com/office/drawing/2014/main" id="{5181DC38-C9EC-C5C3-7376-FC65A292B1B0}"/>
                </a:ext>
              </a:extLst>
            </p:cNvPr>
            <p:cNvCxnSpPr>
              <a:cxnSpLocks/>
            </p:cNvCxnSpPr>
            <p:nvPr/>
          </p:nvCxnSpPr>
          <p:spPr>
            <a:xfrm>
              <a:off x="8283086" y="2030502"/>
              <a:ext cx="0" cy="11444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線コネクタ 105">
              <a:extLst>
                <a:ext uri="{FF2B5EF4-FFF2-40B4-BE49-F238E27FC236}">
                  <a16:creationId xmlns:a16="http://schemas.microsoft.com/office/drawing/2014/main" id="{E612E989-E187-E7CC-57DB-539B316939DC}"/>
                </a:ext>
              </a:extLst>
            </p:cNvPr>
            <p:cNvCxnSpPr>
              <a:cxnSpLocks/>
            </p:cNvCxnSpPr>
            <p:nvPr/>
          </p:nvCxnSpPr>
          <p:spPr>
            <a:xfrm>
              <a:off x="8907168" y="2025466"/>
              <a:ext cx="0" cy="11444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線コネクタ 106">
              <a:extLst>
                <a:ext uri="{FF2B5EF4-FFF2-40B4-BE49-F238E27FC236}">
                  <a16:creationId xmlns:a16="http://schemas.microsoft.com/office/drawing/2014/main" id="{740E8BAA-5867-D56B-F384-293FEC45BF56}"/>
                </a:ext>
              </a:extLst>
            </p:cNvPr>
            <p:cNvCxnSpPr>
              <a:cxnSpLocks/>
            </p:cNvCxnSpPr>
            <p:nvPr/>
          </p:nvCxnSpPr>
          <p:spPr>
            <a:xfrm>
              <a:off x="9544351" y="2025466"/>
              <a:ext cx="0" cy="11444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8" name="グループ化 107">
            <a:extLst>
              <a:ext uri="{FF2B5EF4-FFF2-40B4-BE49-F238E27FC236}">
                <a16:creationId xmlns:a16="http://schemas.microsoft.com/office/drawing/2014/main" id="{1E8DF278-6CA9-BE45-B2FE-9C15A8CEABA9}"/>
              </a:ext>
            </a:extLst>
          </p:cNvPr>
          <p:cNvGrpSpPr/>
          <p:nvPr/>
        </p:nvGrpSpPr>
        <p:grpSpPr>
          <a:xfrm>
            <a:off x="1874615" y="3429000"/>
            <a:ext cx="3800733" cy="629879"/>
            <a:chOff x="7041832" y="2485451"/>
            <a:chExt cx="3800733" cy="629879"/>
          </a:xfrm>
        </p:grpSpPr>
        <p:cxnSp>
          <p:nvCxnSpPr>
            <p:cNvPr id="109" name="直線コネクタ 108">
              <a:extLst>
                <a:ext uri="{FF2B5EF4-FFF2-40B4-BE49-F238E27FC236}">
                  <a16:creationId xmlns:a16="http://schemas.microsoft.com/office/drawing/2014/main" id="{C90A5228-063C-0DDE-B007-D27D408286C9}"/>
                </a:ext>
              </a:extLst>
            </p:cNvPr>
            <p:cNvCxnSpPr>
              <a:cxnSpLocks/>
            </p:cNvCxnSpPr>
            <p:nvPr/>
          </p:nvCxnSpPr>
          <p:spPr>
            <a:xfrm>
              <a:off x="7041832" y="2709469"/>
              <a:ext cx="3746267" cy="28189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テキスト ボックス 109">
              <a:extLst>
                <a:ext uri="{FF2B5EF4-FFF2-40B4-BE49-F238E27FC236}">
                  <a16:creationId xmlns:a16="http://schemas.microsoft.com/office/drawing/2014/main" id="{BFD4620C-5AD2-B4E1-014D-E202CA346597}"/>
                </a:ext>
              </a:extLst>
            </p:cNvPr>
            <p:cNvSpPr txBox="1"/>
            <p:nvPr/>
          </p:nvSpPr>
          <p:spPr>
            <a:xfrm>
              <a:off x="8362399" y="2485451"/>
              <a:ext cx="248016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400" dirty="0"/>
                <a:t>VLAN20  192.168.20.254/24</a:t>
              </a:r>
              <a:endParaRPr kumimoji="1" lang="ja-JP" altLang="en-US" sz="1400" dirty="0"/>
            </a:p>
          </p:txBody>
        </p:sp>
        <p:sp>
          <p:nvSpPr>
            <p:cNvPr id="111" name="角丸四角形 29">
              <a:extLst>
                <a:ext uri="{FF2B5EF4-FFF2-40B4-BE49-F238E27FC236}">
                  <a16:creationId xmlns:a16="http://schemas.microsoft.com/office/drawing/2014/main" id="{7968F015-4EE4-D46D-6A98-AC5803DB4191}"/>
                </a:ext>
              </a:extLst>
            </p:cNvPr>
            <p:cNvSpPr/>
            <p:nvPr/>
          </p:nvSpPr>
          <p:spPr>
            <a:xfrm>
              <a:off x="7395833" y="2859118"/>
              <a:ext cx="521758" cy="256212"/>
            </a:xfrm>
            <a:prstGeom prst="roundRect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/>
                <a:t>.1</a:t>
              </a:r>
              <a:endParaRPr kumimoji="1" lang="ja-JP" altLang="en-US"/>
            </a:p>
          </p:txBody>
        </p:sp>
        <p:sp>
          <p:nvSpPr>
            <p:cNvPr id="112" name="角丸四角形 30">
              <a:extLst>
                <a:ext uri="{FF2B5EF4-FFF2-40B4-BE49-F238E27FC236}">
                  <a16:creationId xmlns:a16="http://schemas.microsoft.com/office/drawing/2014/main" id="{6AEC93A5-C946-CCDF-C5E1-23597C8BE1F3}"/>
                </a:ext>
              </a:extLst>
            </p:cNvPr>
            <p:cNvSpPr/>
            <p:nvPr/>
          </p:nvSpPr>
          <p:spPr>
            <a:xfrm>
              <a:off x="8025737" y="2859118"/>
              <a:ext cx="521758" cy="256212"/>
            </a:xfrm>
            <a:prstGeom prst="roundRect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/>
                <a:t>.2</a:t>
              </a:r>
              <a:endParaRPr kumimoji="1" lang="ja-JP" altLang="en-US"/>
            </a:p>
          </p:txBody>
        </p:sp>
        <p:sp>
          <p:nvSpPr>
            <p:cNvPr id="113" name="角丸四角形 31">
              <a:extLst>
                <a:ext uri="{FF2B5EF4-FFF2-40B4-BE49-F238E27FC236}">
                  <a16:creationId xmlns:a16="http://schemas.microsoft.com/office/drawing/2014/main" id="{720F6D1A-3C80-4D98-4475-7EF14D59ACFC}"/>
                </a:ext>
              </a:extLst>
            </p:cNvPr>
            <p:cNvSpPr/>
            <p:nvPr/>
          </p:nvSpPr>
          <p:spPr>
            <a:xfrm>
              <a:off x="8655641" y="2854082"/>
              <a:ext cx="521758" cy="256212"/>
            </a:xfrm>
            <a:prstGeom prst="roundRect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/>
                <a:t>.3</a:t>
              </a:r>
              <a:endParaRPr kumimoji="1" lang="ja-JP" altLang="en-US"/>
            </a:p>
          </p:txBody>
        </p:sp>
        <p:sp>
          <p:nvSpPr>
            <p:cNvPr id="114" name="角丸四角形 32">
              <a:extLst>
                <a:ext uri="{FF2B5EF4-FFF2-40B4-BE49-F238E27FC236}">
                  <a16:creationId xmlns:a16="http://schemas.microsoft.com/office/drawing/2014/main" id="{A8A2838B-A8ED-6C66-8F56-3C12AC1D7BDB}"/>
                </a:ext>
              </a:extLst>
            </p:cNvPr>
            <p:cNvSpPr/>
            <p:nvPr/>
          </p:nvSpPr>
          <p:spPr>
            <a:xfrm>
              <a:off x="9285545" y="2854082"/>
              <a:ext cx="521758" cy="256212"/>
            </a:xfrm>
            <a:prstGeom prst="roundRect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/>
                <a:t>.4</a:t>
              </a:r>
              <a:endParaRPr kumimoji="1" lang="ja-JP" altLang="en-US"/>
            </a:p>
          </p:txBody>
        </p:sp>
        <p:cxnSp>
          <p:nvCxnSpPr>
            <p:cNvPr id="115" name="直線コネクタ 114">
              <a:extLst>
                <a:ext uri="{FF2B5EF4-FFF2-40B4-BE49-F238E27FC236}">
                  <a16:creationId xmlns:a16="http://schemas.microsoft.com/office/drawing/2014/main" id="{19DA06FF-7DF3-5F40-8D68-F9D48D1ADD14}"/>
                </a:ext>
              </a:extLst>
            </p:cNvPr>
            <p:cNvCxnSpPr>
              <a:cxnSpLocks/>
            </p:cNvCxnSpPr>
            <p:nvPr/>
          </p:nvCxnSpPr>
          <p:spPr>
            <a:xfrm>
              <a:off x="7656712" y="2744669"/>
              <a:ext cx="0" cy="114449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線コネクタ 115">
              <a:extLst>
                <a:ext uri="{FF2B5EF4-FFF2-40B4-BE49-F238E27FC236}">
                  <a16:creationId xmlns:a16="http://schemas.microsoft.com/office/drawing/2014/main" id="{6CDEC2C0-DB8A-8C12-43B9-D24DA9013C1F}"/>
                </a:ext>
              </a:extLst>
            </p:cNvPr>
            <p:cNvCxnSpPr>
              <a:cxnSpLocks/>
            </p:cNvCxnSpPr>
            <p:nvPr/>
          </p:nvCxnSpPr>
          <p:spPr>
            <a:xfrm>
              <a:off x="8284931" y="2744669"/>
              <a:ext cx="0" cy="114449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線コネクタ 116">
              <a:extLst>
                <a:ext uri="{FF2B5EF4-FFF2-40B4-BE49-F238E27FC236}">
                  <a16:creationId xmlns:a16="http://schemas.microsoft.com/office/drawing/2014/main" id="{AA8BD6E3-34AF-F283-3D41-51BA7C5D8D07}"/>
                </a:ext>
              </a:extLst>
            </p:cNvPr>
            <p:cNvCxnSpPr>
              <a:cxnSpLocks/>
            </p:cNvCxnSpPr>
            <p:nvPr/>
          </p:nvCxnSpPr>
          <p:spPr>
            <a:xfrm>
              <a:off x="8909013" y="2739633"/>
              <a:ext cx="0" cy="114449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線コネクタ 117">
              <a:extLst>
                <a:ext uri="{FF2B5EF4-FFF2-40B4-BE49-F238E27FC236}">
                  <a16:creationId xmlns:a16="http://schemas.microsoft.com/office/drawing/2014/main" id="{30C684F9-4FC5-8A06-9347-31909E4FECA4}"/>
                </a:ext>
              </a:extLst>
            </p:cNvPr>
            <p:cNvCxnSpPr>
              <a:cxnSpLocks/>
            </p:cNvCxnSpPr>
            <p:nvPr/>
          </p:nvCxnSpPr>
          <p:spPr>
            <a:xfrm>
              <a:off x="9546196" y="2739633"/>
              <a:ext cx="0" cy="114449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9" name="グループ化 118">
            <a:extLst>
              <a:ext uri="{FF2B5EF4-FFF2-40B4-BE49-F238E27FC236}">
                <a16:creationId xmlns:a16="http://schemas.microsoft.com/office/drawing/2014/main" id="{64E0CE54-F2E2-3D8C-B0E9-49ECF5FC385E}"/>
              </a:ext>
            </a:extLst>
          </p:cNvPr>
          <p:cNvGrpSpPr/>
          <p:nvPr/>
        </p:nvGrpSpPr>
        <p:grpSpPr>
          <a:xfrm>
            <a:off x="5626951" y="4016384"/>
            <a:ext cx="4905866" cy="614885"/>
            <a:chOff x="5936699" y="3228060"/>
            <a:chExt cx="4905866" cy="614885"/>
          </a:xfrm>
        </p:grpSpPr>
        <p:cxnSp>
          <p:nvCxnSpPr>
            <p:cNvPr id="120" name="直線コネクタ 119">
              <a:extLst>
                <a:ext uri="{FF2B5EF4-FFF2-40B4-BE49-F238E27FC236}">
                  <a16:creationId xmlns:a16="http://schemas.microsoft.com/office/drawing/2014/main" id="{89C3CAAF-E442-3CA3-75FD-F92535B3F8CB}"/>
                </a:ext>
              </a:extLst>
            </p:cNvPr>
            <p:cNvCxnSpPr/>
            <p:nvPr/>
          </p:nvCxnSpPr>
          <p:spPr>
            <a:xfrm>
              <a:off x="5936699" y="3469634"/>
              <a:ext cx="4851400" cy="0"/>
            </a:xfrm>
            <a:prstGeom prst="line">
              <a:avLst/>
            </a:prstGeom>
            <a:ln>
              <a:solidFill>
                <a:schemeClr val="accent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1" name="テキスト ボックス 120">
              <a:extLst>
                <a:ext uri="{FF2B5EF4-FFF2-40B4-BE49-F238E27FC236}">
                  <a16:creationId xmlns:a16="http://schemas.microsoft.com/office/drawing/2014/main" id="{CFA67FF3-DB3A-3465-E2EA-DCD9896AA641}"/>
                </a:ext>
              </a:extLst>
            </p:cNvPr>
            <p:cNvSpPr txBox="1"/>
            <p:nvPr/>
          </p:nvSpPr>
          <p:spPr>
            <a:xfrm>
              <a:off x="8362399" y="3228060"/>
              <a:ext cx="248016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400" dirty="0"/>
                <a:t>VLAN30  192.168.30.254/24</a:t>
              </a:r>
              <a:endParaRPr kumimoji="1" lang="ja-JP" altLang="en-US" sz="1400"/>
            </a:p>
          </p:txBody>
        </p:sp>
        <p:sp>
          <p:nvSpPr>
            <p:cNvPr id="122" name="角丸四角形 40">
              <a:extLst>
                <a:ext uri="{FF2B5EF4-FFF2-40B4-BE49-F238E27FC236}">
                  <a16:creationId xmlns:a16="http://schemas.microsoft.com/office/drawing/2014/main" id="{9A353DBE-5774-3813-662C-E29DA5E33AB0}"/>
                </a:ext>
              </a:extLst>
            </p:cNvPr>
            <p:cNvSpPr/>
            <p:nvPr/>
          </p:nvSpPr>
          <p:spPr>
            <a:xfrm>
              <a:off x="7387952" y="3586733"/>
              <a:ext cx="521758" cy="256212"/>
            </a:xfrm>
            <a:prstGeom prst="roundRect">
              <a:avLst/>
            </a:prstGeom>
            <a:ln>
              <a:solidFill>
                <a:schemeClr val="accent5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/>
                <a:t>.1</a:t>
              </a:r>
              <a:endParaRPr kumimoji="1" lang="ja-JP" altLang="en-US"/>
            </a:p>
          </p:txBody>
        </p:sp>
        <p:sp>
          <p:nvSpPr>
            <p:cNvPr id="123" name="角丸四角形 41">
              <a:extLst>
                <a:ext uri="{FF2B5EF4-FFF2-40B4-BE49-F238E27FC236}">
                  <a16:creationId xmlns:a16="http://schemas.microsoft.com/office/drawing/2014/main" id="{DE516565-7CD8-C23B-5CAE-5D5EBFD59385}"/>
                </a:ext>
              </a:extLst>
            </p:cNvPr>
            <p:cNvSpPr/>
            <p:nvPr/>
          </p:nvSpPr>
          <p:spPr>
            <a:xfrm>
              <a:off x="8017856" y="3586733"/>
              <a:ext cx="521758" cy="256212"/>
            </a:xfrm>
            <a:prstGeom prst="roundRect">
              <a:avLst/>
            </a:prstGeom>
            <a:ln>
              <a:solidFill>
                <a:schemeClr val="accent5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/>
                <a:t>.2</a:t>
              </a:r>
              <a:endParaRPr kumimoji="1" lang="ja-JP" altLang="en-US"/>
            </a:p>
          </p:txBody>
        </p:sp>
        <p:sp>
          <p:nvSpPr>
            <p:cNvPr id="124" name="角丸四角形 42">
              <a:extLst>
                <a:ext uri="{FF2B5EF4-FFF2-40B4-BE49-F238E27FC236}">
                  <a16:creationId xmlns:a16="http://schemas.microsoft.com/office/drawing/2014/main" id="{65B086F1-69C4-A50B-7027-5CE344B4A030}"/>
                </a:ext>
              </a:extLst>
            </p:cNvPr>
            <p:cNvSpPr/>
            <p:nvPr/>
          </p:nvSpPr>
          <p:spPr>
            <a:xfrm>
              <a:off x="8647760" y="3581697"/>
              <a:ext cx="521758" cy="256212"/>
            </a:xfrm>
            <a:prstGeom prst="roundRect">
              <a:avLst/>
            </a:prstGeom>
            <a:ln>
              <a:solidFill>
                <a:schemeClr val="accent5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/>
                <a:t>.3</a:t>
              </a:r>
              <a:endParaRPr kumimoji="1" lang="ja-JP" altLang="en-US"/>
            </a:p>
          </p:txBody>
        </p:sp>
        <p:sp>
          <p:nvSpPr>
            <p:cNvPr id="125" name="角丸四角形 43">
              <a:extLst>
                <a:ext uri="{FF2B5EF4-FFF2-40B4-BE49-F238E27FC236}">
                  <a16:creationId xmlns:a16="http://schemas.microsoft.com/office/drawing/2014/main" id="{AA195B43-EAA3-3045-77DA-E93413807B4C}"/>
                </a:ext>
              </a:extLst>
            </p:cNvPr>
            <p:cNvSpPr/>
            <p:nvPr/>
          </p:nvSpPr>
          <p:spPr>
            <a:xfrm>
              <a:off x="9277664" y="3581697"/>
              <a:ext cx="521758" cy="256212"/>
            </a:xfrm>
            <a:prstGeom prst="roundRect">
              <a:avLst/>
            </a:prstGeom>
            <a:ln>
              <a:solidFill>
                <a:schemeClr val="accent5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/>
                <a:t>.4</a:t>
              </a:r>
              <a:endParaRPr kumimoji="1" lang="ja-JP" altLang="en-US"/>
            </a:p>
          </p:txBody>
        </p:sp>
        <p:cxnSp>
          <p:nvCxnSpPr>
            <p:cNvPr id="126" name="直線コネクタ 125">
              <a:extLst>
                <a:ext uri="{FF2B5EF4-FFF2-40B4-BE49-F238E27FC236}">
                  <a16:creationId xmlns:a16="http://schemas.microsoft.com/office/drawing/2014/main" id="{26F9CAB0-0ADC-9BE1-87D6-EE9659DF18EE}"/>
                </a:ext>
              </a:extLst>
            </p:cNvPr>
            <p:cNvCxnSpPr>
              <a:cxnSpLocks/>
            </p:cNvCxnSpPr>
            <p:nvPr/>
          </p:nvCxnSpPr>
          <p:spPr>
            <a:xfrm>
              <a:off x="7648831" y="3472284"/>
              <a:ext cx="0" cy="114449"/>
            </a:xfrm>
            <a:prstGeom prst="line">
              <a:avLst/>
            </a:prstGeom>
            <a:ln>
              <a:solidFill>
                <a:schemeClr val="accent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直線コネクタ 126">
              <a:extLst>
                <a:ext uri="{FF2B5EF4-FFF2-40B4-BE49-F238E27FC236}">
                  <a16:creationId xmlns:a16="http://schemas.microsoft.com/office/drawing/2014/main" id="{E220F8D8-D9A6-FFC8-1F61-16A7B5162358}"/>
                </a:ext>
              </a:extLst>
            </p:cNvPr>
            <p:cNvCxnSpPr>
              <a:cxnSpLocks/>
            </p:cNvCxnSpPr>
            <p:nvPr/>
          </p:nvCxnSpPr>
          <p:spPr>
            <a:xfrm>
              <a:off x="8277050" y="3472284"/>
              <a:ext cx="0" cy="114449"/>
            </a:xfrm>
            <a:prstGeom prst="line">
              <a:avLst/>
            </a:prstGeom>
            <a:ln>
              <a:solidFill>
                <a:schemeClr val="accent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直線コネクタ 127">
              <a:extLst>
                <a:ext uri="{FF2B5EF4-FFF2-40B4-BE49-F238E27FC236}">
                  <a16:creationId xmlns:a16="http://schemas.microsoft.com/office/drawing/2014/main" id="{0E4519FB-9DF6-CA72-2C00-441A1F7AD2B5}"/>
                </a:ext>
              </a:extLst>
            </p:cNvPr>
            <p:cNvCxnSpPr>
              <a:cxnSpLocks/>
            </p:cNvCxnSpPr>
            <p:nvPr/>
          </p:nvCxnSpPr>
          <p:spPr>
            <a:xfrm>
              <a:off x="8901132" y="3467248"/>
              <a:ext cx="0" cy="114449"/>
            </a:xfrm>
            <a:prstGeom prst="line">
              <a:avLst/>
            </a:prstGeom>
            <a:ln>
              <a:solidFill>
                <a:schemeClr val="accent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直線コネクタ 128">
              <a:extLst>
                <a:ext uri="{FF2B5EF4-FFF2-40B4-BE49-F238E27FC236}">
                  <a16:creationId xmlns:a16="http://schemas.microsoft.com/office/drawing/2014/main" id="{3C9E101A-ED69-70D6-6026-E2A1FF3726EF}"/>
                </a:ext>
              </a:extLst>
            </p:cNvPr>
            <p:cNvCxnSpPr>
              <a:cxnSpLocks/>
            </p:cNvCxnSpPr>
            <p:nvPr/>
          </p:nvCxnSpPr>
          <p:spPr>
            <a:xfrm>
              <a:off x="9538315" y="3467248"/>
              <a:ext cx="0" cy="114449"/>
            </a:xfrm>
            <a:prstGeom prst="line">
              <a:avLst/>
            </a:prstGeom>
            <a:ln>
              <a:solidFill>
                <a:schemeClr val="accent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0" name="グループ化 129">
            <a:extLst>
              <a:ext uri="{FF2B5EF4-FFF2-40B4-BE49-F238E27FC236}">
                <a16:creationId xmlns:a16="http://schemas.microsoft.com/office/drawing/2014/main" id="{2E2C6145-8875-4B54-3FD6-5F668FE96DA8}"/>
              </a:ext>
            </a:extLst>
          </p:cNvPr>
          <p:cNvGrpSpPr/>
          <p:nvPr/>
        </p:nvGrpSpPr>
        <p:grpSpPr>
          <a:xfrm>
            <a:off x="1874615" y="4130239"/>
            <a:ext cx="3800733" cy="613362"/>
            <a:chOff x="7033365" y="3957434"/>
            <a:chExt cx="3800733" cy="613362"/>
          </a:xfrm>
        </p:grpSpPr>
        <p:cxnSp>
          <p:nvCxnSpPr>
            <p:cNvPr id="131" name="直線コネクタ 130">
              <a:extLst>
                <a:ext uri="{FF2B5EF4-FFF2-40B4-BE49-F238E27FC236}">
                  <a16:creationId xmlns:a16="http://schemas.microsoft.com/office/drawing/2014/main" id="{C1354424-231C-04BD-6B20-89F6B62B97EB}"/>
                </a:ext>
              </a:extLst>
            </p:cNvPr>
            <p:cNvCxnSpPr>
              <a:cxnSpLocks/>
            </p:cNvCxnSpPr>
            <p:nvPr/>
          </p:nvCxnSpPr>
          <p:spPr>
            <a:xfrm>
              <a:off x="7033365" y="4194865"/>
              <a:ext cx="3746267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2" name="テキスト ボックス 131">
              <a:extLst>
                <a:ext uri="{FF2B5EF4-FFF2-40B4-BE49-F238E27FC236}">
                  <a16:creationId xmlns:a16="http://schemas.microsoft.com/office/drawing/2014/main" id="{7E442E6C-73F5-C16D-BA9C-B55145618828}"/>
                </a:ext>
              </a:extLst>
            </p:cNvPr>
            <p:cNvSpPr txBox="1"/>
            <p:nvPr/>
          </p:nvSpPr>
          <p:spPr>
            <a:xfrm>
              <a:off x="8353932" y="3957434"/>
              <a:ext cx="248016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400" dirty="0"/>
                <a:t>VLAN40  192.168.40.254/24</a:t>
              </a:r>
              <a:endParaRPr kumimoji="1" lang="ja-JP" altLang="en-US" sz="1400"/>
            </a:p>
          </p:txBody>
        </p:sp>
        <p:sp>
          <p:nvSpPr>
            <p:cNvPr id="133" name="角丸四角形 51">
              <a:extLst>
                <a:ext uri="{FF2B5EF4-FFF2-40B4-BE49-F238E27FC236}">
                  <a16:creationId xmlns:a16="http://schemas.microsoft.com/office/drawing/2014/main" id="{7882B38F-F416-4CAC-1393-99099AD32867}"/>
                </a:ext>
              </a:extLst>
            </p:cNvPr>
            <p:cNvSpPr/>
            <p:nvPr/>
          </p:nvSpPr>
          <p:spPr>
            <a:xfrm>
              <a:off x="7395833" y="4314584"/>
              <a:ext cx="521758" cy="256212"/>
            </a:xfrm>
            <a:prstGeom prst="roundRect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/>
                <a:t>.1</a:t>
              </a:r>
              <a:endParaRPr kumimoji="1" lang="ja-JP" altLang="en-US"/>
            </a:p>
          </p:txBody>
        </p:sp>
        <p:sp>
          <p:nvSpPr>
            <p:cNvPr id="134" name="角丸四角形 52">
              <a:extLst>
                <a:ext uri="{FF2B5EF4-FFF2-40B4-BE49-F238E27FC236}">
                  <a16:creationId xmlns:a16="http://schemas.microsoft.com/office/drawing/2014/main" id="{14AE37F7-4894-8551-5D05-7B6D34286BA0}"/>
                </a:ext>
              </a:extLst>
            </p:cNvPr>
            <p:cNvSpPr/>
            <p:nvPr/>
          </p:nvSpPr>
          <p:spPr>
            <a:xfrm>
              <a:off x="8025737" y="4314584"/>
              <a:ext cx="521758" cy="256212"/>
            </a:xfrm>
            <a:prstGeom prst="roundRect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/>
                <a:t>.2</a:t>
              </a:r>
              <a:endParaRPr kumimoji="1" lang="ja-JP" altLang="en-US"/>
            </a:p>
          </p:txBody>
        </p:sp>
        <p:sp>
          <p:nvSpPr>
            <p:cNvPr id="135" name="角丸四角形 53">
              <a:extLst>
                <a:ext uri="{FF2B5EF4-FFF2-40B4-BE49-F238E27FC236}">
                  <a16:creationId xmlns:a16="http://schemas.microsoft.com/office/drawing/2014/main" id="{B5C62BE3-41D6-1931-D087-320E08A20289}"/>
                </a:ext>
              </a:extLst>
            </p:cNvPr>
            <p:cNvSpPr/>
            <p:nvPr/>
          </p:nvSpPr>
          <p:spPr>
            <a:xfrm>
              <a:off x="8655641" y="4309548"/>
              <a:ext cx="521758" cy="256212"/>
            </a:xfrm>
            <a:prstGeom prst="roundRect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/>
                <a:t>.3</a:t>
              </a:r>
              <a:endParaRPr kumimoji="1" lang="ja-JP" altLang="en-US"/>
            </a:p>
          </p:txBody>
        </p:sp>
        <p:sp>
          <p:nvSpPr>
            <p:cNvPr id="136" name="角丸四角形 54">
              <a:extLst>
                <a:ext uri="{FF2B5EF4-FFF2-40B4-BE49-F238E27FC236}">
                  <a16:creationId xmlns:a16="http://schemas.microsoft.com/office/drawing/2014/main" id="{2616CF66-655A-8349-A34D-46DEBE4BC241}"/>
                </a:ext>
              </a:extLst>
            </p:cNvPr>
            <p:cNvSpPr/>
            <p:nvPr/>
          </p:nvSpPr>
          <p:spPr>
            <a:xfrm>
              <a:off x="9285545" y="4309548"/>
              <a:ext cx="521758" cy="256212"/>
            </a:xfrm>
            <a:prstGeom prst="roundRect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/>
                <a:t>.4</a:t>
              </a:r>
              <a:endParaRPr kumimoji="1" lang="ja-JP" altLang="en-US"/>
            </a:p>
          </p:txBody>
        </p:sp>
        <p:cxnSp>
          <p:nvCxnSpPr>
            <p:cNvPr id="137" name="直線コネクタ 136">
              <a:extLst>
                <a:ext uri="{FF2B5EF4-FFF2-40B4-BE49-F238E27FC236}">
                  <a16:creationId xmlns:a16="http://schemas.microsoft.com/office/drawing/2014/main" id="{DBBC7423-0964-3DCA-04BB-C34181C82811}"/>
                </a:ext>
              </a:extLst>
            </p:cNvPr>
            <p:cNvCxnSpPr>
              <a:cxnSpLocks/>
            </p:cNvCxnSpPr>
            <p:nvPr/>
          </p:nvCxnSpPr>
          <p:spPr>
            <a:xfrm>
              <a:off x="7656712" y="4200135"/>
              <a:ext cx="0" cy="11444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直線コネクタ 137">
              <a:extLst>
                <a:ext uri="{FF2B5EF4-FFF2-40B4-BE49-F238E27FC236}">
                  <a16:creationId xmlns:a16="http://schemas.microsoft.com/office/drawing/2014/main" id="{6BC34B52-B274-B9BF-D6E0-871BBCC44C89}"/>
                </a:ext>
              </a:extLst>
            </p:cNvPr>
            <p:cNvCxnSpPr>
              <a:cxnSpLocks/>
            </p:cNvCxnSpPr>
            <p:nvPr/>
          </p:nvCxnSpPr>
          <p:spPr>
            <a:xfrm>
              <a:off x="8284931" y="4200135"/>
              <a:ext cx="0" cy="11444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直線コネクタ 138">
              <a:extLst>
                <a:ext uri="{FF2B5EF4-FFF2-40B4-BE49-F238E27FC236}">
                  <a16:creationId xmlns:a16="http://schemas.microsoft.com/office/drawing/2014/main" id="{7825F0F2-B002-F787-F035-6B2A85C30146}"/>
                </a:ext>
              </a:extLst>
            </p:cNvPr>
            <p:cNvCxnSpPr>
              <a:cxnSpLocks/>
            </p:cNvCxnSpPr>
            <p:nvPr/>
          </p:nvCxnSpPr>
          <p:spPr>
            <a:xfrm>
              <a:off x="8909013" y="4195099"/>
              <a:ext cx="0" cy="11444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直線コネクタ 139">
              <a:extLst>
                <a:ext uri="{FF2B5EF4-FFF2-40B4-BE49-F238E27FC236}">
                  <a16:creationId xmlns:a16="http://schemas.microsoft.com/office/drawing/2014/main" id="{C3541FEC-FEE0-23C2-7A5D-078ED79E4413}"/>
                </a:ext>
              </a:extLst>
            </p:cNvPr>
            <p:cNvCxnSpPr>
              <a:cxnSpLocks/>
            </p:cNvCxnSpPr>
            <p:nvPr/>
          </p:nvCxnSpPr>
          <p:spPr>
            <a:xfrm>
              <a:off x="9546196" y="4195099"/>
              <a:ext cx="0" cy="11444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1" name="グループ化 140">
            <a:extLst>
              <a:ext uri="{FF2B5EF4-FFF2-40B4-BE49-F238E27FC236}">
                <a16:creationId xmlns:a16="http://schemas.microsoft.com/office/drawing/2014/main" id="{844599F7-A4A4-B94A-8183-9EA44F7B6A1C}"/>
              </a:ext>
            </a:extLst>
          </p:cNvPr>
          <p:cNvGrpSpPr/>
          <p:nvPr/>
        </p:nvGrpSpPr>
        <p:grpSpPr>
          <a:xfrm>
            <a:off x="5618484" y="4715657"/>
            <a:ext cx="4976058" cy="610127"/>
            <a:chOff x="5936699" y="4687478"/>
            <a:chExt cx="4976058" cy="610127"/>
          </a:xfrm>
        </p:grpSpPr>
        <p:cxnSp>
          <p:nvCxnSpPr>
            <p:cNvPr id="142" name="直線コネクタ 141">
              <a:extLst>
                <a:ext uri="{FF2B5EF4-FFF2-40B4-BE49-F238E27FC236}">
                  <a16:creationId xmlns:a16="http://schemas.microsoft.com/office/drawing/2014/main" id="{9FBF34CB-40FB-EB21-C683-230CB5785C9C}"/>
                </a:ext>
              </a:extLst>
            </p:cNvPr>
            <p:cNvCxnSpPr/>
            <p:nvPr/>
          </p:nvCxnSpPr>
          <p:spPr>
            <a:xfrm>
              <a:off x="5936699" y="4916639"/>
              <a:ext cx="4851400" cy="0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3" name="テキスト ボックス 142">
              <a:extLst>
                <a:ext uri="{FF2B5EF4-FFF2-40B4-BE49-F238E27FC236}">
                  <a16:creationId xmlns:a16="http://schemas.microsoft.com/office/drawing/2014/main" id="{7B68BE32-B483-CAF7-885B-C35F7E53BC04}"/>
                </a:ext>
              </a:extLst>
            </p:cNvPr>
            <p:cNvSpPr txBox="1"/>
            <p:nvPr/>
          </p:nvSpPr>
          <p:spPr>
            <a:xfrm>
              <a:off x="8362399" y="4687478"/>
              <a:ext cx="248016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400" dirty="0"/>
                <a:t>VLAN50  192.168.50.254/24</a:t>
              </a:r>
              <a:endParaRPr kumimoji="1" lang="ja-JP" altLang="en-US" sz="1400"/>
            </a:p>
          </p:txBody>
        </p:sp>
        <p:sp>
          <p:nvSpPr>
            <p:cNvPr id="144" name="角丸四角形 62">
              <a:extLst>
                <a:ext uri="{FF2B5EF4-FFF2-40B4-BE49-F238E27FC236}">
                  <a16:creationId xmlns:a16="http://schemas.microsoft.com/office/drawing/2014/main" id="{B70AE7CE-3902-9C39-D072-524C2D366D2A}"/>
                </a:ext>
              </a:extLst>
            </p:cNvPr>
            <p:cNvSpPr/>
            <p:nvPr/>
          </p:nvSpPr>
          <p:spPr>
            <a:xfrm>
              <a:off x="5996685" y="5041393"/>
              <a:ext cx="521758" cy="256212"/>
            </a:xfrm>
            <a:prstGeom prst="roundRect">
              <a:avLst/>
            </a:prstGeom>
            <a:ln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/>
                <a:t>.1</a:t>
              </a:r>
              <a:endParaRPr kumimoji="1" lang="ja-JP" altLang="en-US"/>
            </a:p>
          </p:txBody>
        </p:sp>
        <p:sp>
          <p:nvSpPr>
            <p:cNvPr id="145" name="角丸四角形 63">
              <a:extLst>
                <a:ext uri="{FF2B5EF4-FFF2-40B4-BE49-F238E27FC236}">
                  <a16:creationId xmlns:a16="http://schemas.microsoft.com/office/drawing/2014/main" id="{59EC3C67-3087-EB00-C2A9-5B44D6E5B5B5}"/>
                </a:ext>
              </a:extLst>
            </p:cNvPr>
            <p:cNvSpPr/>
            <p:nvPr/>
          </p:nvSpPr>
          <p:spPr>
            <a:xfrm>
              <a:off x="6626589" y="5041393"/>
              <a:ext cx="521758" cy="256212"/>
            </a:xfrm>
            <a:prstGeom prst="roundRect">
              <a:avLst/>
            </a:prstGeom>
            <a:ln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/>
                <a:t>.2</a:t>
              </a:r>
              <a:endParaRPr kumimoji="1" lang="ja-JP" altLang="en-US"/>
            </a:p>
          </p:txBody>
        </p:sp>
        <p:sp>
          <p:nvSpPr>
            <p:cNvPr id="146" name="角丸四角形 64">
              <a:extLst>
                <a:ext uri="{FF2B5EF4-FFF2-40B4-BE49-F238E27FC236}">
                  <a16:creationId xmlns:a16="http://schemas.microsoft.com/office/drawing/2014/main" id="{AEC8BF20-D83E-67BA-4BB6-55CA4FA57C9C}"/>
                </a:ext>
              </a:extLst>
            </p:cNvPr>
            <p:cNvSpPr/>
            <p:nvPr/>
          </p:nvSpPr>
          <p:spPr>
            <a:xfrm>
              <a:off x="7256493" y="5036357"/>
              <a:ext cx="521758" cy="256212"/>
            </a:xfrm>
            <a:prstGeom prst="roundRect">
              <a:avLst/>
            </a:prstGeom>
            <a:ln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/>
                <a:t>.3</a:t>
              </a:r>
              <a:endParaRPr kumimoji="1" lang="ja-JP" altLang="en-US"/>
            </a:p>
          </p:txBody>
        </p:sp>
        <p:sp>
          <p:nvSpPr>
            <p:cNvPr id="147" name="角丸四角形 65">
              <a:extLst>
                <a:ext uri="{FF2B5EF4-FFF2-40B4-BE49-F238E27FC236}">
                  <a16:creationId xmlns:a16="http://schemas.microsoft.com/office/drawing/2014/main" id="{F58C360D-C4E4-552F-B3B2-E65994A97944}"/>
                </a:ext>
              </a:extLst>
            </p:cNvPr>
            <p:cNvSpPr/>
            <p:nvPr/>
          </p:nvSpPr>
          <p:spPr>
            <a:xfrm>
              <a:off x="7886397" y="5036357"/>
              <a:ext cx="521758" cy="256212"/>
            </a:xfrm>
            <a:prstGeom prst="roundRect">
              <a:avLst/>
            </a:prstGeom>
            <a:ln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/>
                <a:t>.4</a:t>
              </a:r>
              <a:endParaRPr kumimoji="1" lang="ja-JP" altLang="en-US"/>
            </a:p>
          </p:txBody>
        </p:sp>
        <p:cxnSp>
          <p:nvCxnSpPr>
            <p:cNvPr id="148" name="直線コネクタ 147">
              <a:extLst>
                <a:ext uri="{FF2B5EF4-FFF2-40B4-BE49-F238E27FC236}">
                  <a16:creationId xmlns:a16="http://schemas.microsoft.com/office/drawing/2014/main" id="{D2518F6D-B6BD-EB9E-F698-71F1B04E23C8}"/>
                </a:ext>
              </a:extLst>
            </p:cNvPr>
            <p:cNvCxnSpPr>
              <a:cxnSpLocks/>
            </p:cNvCxnSpPr>
            <p:nvPr/>
          </p:nvCxnSpPr>
          <p:spPr>
            <a:xfrm>
              <a:off x="6257564" y="4926944"/>
              <a:ext cx="0" cy="114449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直線コネクタ 148">
              <a:extLst>
                <a:ext uri="{FF2B5EF4-FFF2-40B4-BE49-F238E27FC236}">
                  <a16:creationId xmlns:a16="http://schemas.microsoft.com/office/drawing/2014/main" id="{790FA786-3C1B-9F6E-64D3-83E790C3BA09}"/>
                </a:ext>
              </a:extLst>
            </p:cNvPr>
            <p:cNvCxnSpPr>
              <a:cxnSpLocks/>
            </p:cNvCxnSpPr>
            <p:nvPr/>
          </p:nvCxnSpPr>
          <p:spPr>
            <a:xfrm>
              <a:off x="6885783" y="4926944"/>
              <a:ext cx="0" cy="114449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直線コネクタ 149">
              <a:extLst>
                <a:ext uri="{FF2B5EF4-FFF2-40B4-BE49-F238E27FC236}">
                  <a16:creationId xmlns:a16="http://schemas.microsoft.com/office/drawing/2014/main" id="{23608B02-0948-B046-BC6B-8A6EA86037FC}"/>
                </a:ext>
              </a:extLst>
            </p:cNvPr>
            <p:cNvCxnSpPr>
              <a:cxnSpLocks/>
            </p:cNvCxnSpPr>
            <p:nvPr/>
          </p:nvCxnSpPr>
          <p:spPr>
            <a:xfrm>
              <a:off x="7509865" y="4921908"/>
              <a:ext cx="0" cy="114449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直線コネクタ 150">
              <a:extLst>
                <a:ext uri="{FF2B5EF4-FFF2-40B4-BE49-F238E27FC236}">
                  <a16:creationId xmlns:a16="http://schemas.microsoft.com/office/drawing/2014/main" id="{CE108CF4-D175-D70B-CF85-9611FA490478}"/>
                </a:ext>
              </a:extLst>
            </p:cNvPr>
            <p:cNvCxnSpPr>
              <a:cxnSpLocks/>
            </p:cNvCxnSpPr>
            <p:nvPr/>
          </p:nvCxnSpPr>
          <p:spPr>
            <a:xfrm>
              <a:off x="8147048" y="4921908"/>
              <a:ext cx="0" cy="114449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2" name="角丸四角形 70">
              <a:extLst>
                <a:ext uri="{FF2B5EF4-FFF2-40B4-BE49-F238E27FC236}">
                  <a16:creationId xmlns:a16="http://schemas.microsoft.com/office/drawing/2014/main" id="{90175BDD-A973-0CE0-D648-DEF89C059EB2}"/>
                </a:ext>
              </a:extLst>
            </p:cNvPr>
            <p:cNvSpPr/>
            <p:nvPr/>
          </p:nvSpPr>
          <p:spPr>
            <a:xfrm>
              <a:off x="8501287" y="5036357"/>
              <a:ext cx="521758" cy="256212"/>
            </a:xfrm>
            <a:prstGeom prst="roundRect">
              <a:avLst/>
            </a:prstGeom>
            <a:ln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/>
                <a:t>.5</a:t>
              </a:r>
              <a:endParaRPr kumimoji="1" lang="ja-JP" altLang="en-US"/>
            </a:p>
          </p:txBody>
        </p:sp>
        <p:sp>
          <p:nvSpPr>
            <p:cNvPr id="153" name="角丸四角形 71">
              <a:extLst>
                <a:ext uri="{FF2B5EF4-FFF2-40B4-BE49-F238E27FC236}">
                  <a16:creationId xmlns:a16="http://schemas.microsoft.com/office/drawing/2014/main" id="{ADC447D0-7345-C73B-C828-AE2A0F7569E0}"/>
                </a:ext>
              </a:extLst>
            </p:cNvPr>
            <p:cNvSpPr/>
            <p:nvPr/>
          </p:nvSpPr>
          <p:spPr>
            <a:xfrm>
              <a:off x="9131191" y="5036357"/>
              <a:ext cx="521758" cy="256212"/>
            </a:xfrm>
            <a:prstGeom prst="roundRect">
              <a:avLst/>
            </a:prstGeom>
            <a:ln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/>
                <a:t>.6</a:t>
              </a:r>
              <a:endParaRPr kumimoji="1" lang="ja-JP" altLang="en-US"/>
            </a:p>
          </p:txBody>
        </p:sp>
        <p:sp>
          <p:nvSpPr>
            <p:cNvPr id="154" name="角丸四角形 72">
              <a:extLst>
                <a:ext uri="{FF2B5EF4-FFF2-40B4-BE49-F238E27FC236}">
                  <a16:creationId xmlns:a16="http://schemas.microsoft.com/office/drawing/2014/main" id="{4F4AB6ED-BB0D-B00A-9B19-F4219F6E4311}"/>
                </a:ext>
              </a:extLst>
            </p:cNvPr>
            <p:cNvSpPr/>
            <p:nvPr/>
          </p:nvSpPr>
          <p:spPr>
            <a:xfrm>
              <a:off x="9761095" y="5031321"/>
              <a:ext cx="521758" cy="256212"/>
            </a:xfrm>
            <a:prstGeom prst="roundRect">
              <a:avLst/>
            </a:prstGeom>
            <a:ln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/>
                <a:t>.7</a:t>
              </a:r>
              <a:endParaRPr kumimoji="1" lang="ja-JP" altLang="en-US"/>
            </a:p>
          </p:txBody>
        </p:sp>
        <p:sp>
          <p:nvSpPr>
            <p:cNvPr id="155" name="角丸四角形 73">
              <a:extLst>
                <a:ext uri="{FF2B5EF4-FFF2-40B4-BE49-F238E27FC236}">
                  <a16:creationId xmlns:a16="http://schemas.microsoft.com/office/drawing/2014/main" id="{0F8F7DC0-36FE-3296-23BD-2593B58AC647}"/>
                </a:ext>
              </a:extLst>
            </p:cNvPr>
            <p:cNvSpPr/>
            <p:nvPr/>
          </p:nvSpPr>
          <p:spPr>
            <a:xfrm>
              <a:off x="10390999" y="5031321"/>
              <a:ext cx="521758" cy="256212"/>
            </a:xfrm>
            <a:prstGeom prst="roundRect">
              <a:avLst/>
            </a:prstGeom>
            <a:ln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/>
                <a:t>.8</a:t>
              </a:r>
              <a:endParaRPr kumimoji="1" lang="ja-JP" altLang="en-US"/>
            </a:p>
          </p:txBody>
        </p:sp>
        <p:cxnSp>
          <p:nvCxnSpPr>
            <p:cNvPr id="156" name="直線コネクタ 155">
              <a:extLst>
                <a:ext uri="{FF2B5EF4-FFF2-40B4-BE49-F238E27FC236}">
                  <a16:creationId xmlns:a16="http://schemas.microsoft.com/office/drawing/2014/main" id="{44D021F8-DC52-77B8-0AE1-E96EBC4BD01B}"/>
                </a:ext>
              </a:extLst>
            </p:cNvPr>
            <p:cNvCxnSpPr>
              <a:cxnSpLocks/>
            </p:cNvCxnSpPr>
            <p:nvPr/>
          </p:nvCxnSpPr>
          <p:spPr>
            <a:xfrm>
              <a:off x="8762166" y="4921908"/>
              <a:ext cx="0" cy="114449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直線コネクタ 156">
              <a:extLst>
                <a:ext uri="{FF2B5EF4-FFF2-40B4-BE49-F238E27FC236}">
                  <a16:creationId xmlns:a16="http://schemas.microsoft.com/office/drawing/2014/main" id="{8E2C4C9A-8D3C-6B56-1E16-69EDBCA91CC1}"/>
                </a:ext>
              </a:extLst>
            </p:cNvPr>
            <p:cNvCxnSpPr>
              <a:cxnSpLocks/>
            </p:cNvCxnSpPr>
            <p:nvPr/>
          </p:nvCxnSpPr>
          <p:spPr>
            <a:xfrm>
              <a:off x="9390385" y="4921908"/>
              <a:ext cx="0" cy="114449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直線コネクタ 157">
              <a:extLst>
                <a:ext uri="{FF2B5EF4-FFF2-40B4-BE49-F238E27FC236}">
                  <a16:creationId xmlns:a16="http://schemas.microsoft.com/office/drawing/2014/main" id="{79D77208-4DC0-F18E-153A-E987CD11DEBF}"/>
                </a:ext>
              </a:extLst>
            </p:cNvPr>
            <p:cNvCxnSpPr>
              <a:cxnSpLocks/>
            </p:cNvCxnSpPr>
            <p:nvPr/>
          </p:nvCxnSpPr>
          <p:spPr>
            <a:xfrm>
              <a:off x="10014467" y="4916872"/>
              <a:ext cx="0" cy="114449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直線コネクタ 158">
              <a:extLst>
                <a:ext uri="{FF2B5EF4-FFF2-40B4-BE49-F238E27FC236}">
                  <a16:creationId xmlns:a16="http://schemas.microsoft.com/office/drawing/2014/main" id="{E84A1CF0-1C0A-82CB-D169-19C1AB1EE730}"/>
                </a:ext>
              </a:extLst>
            </p:cNvPr>
            <p:cNvCxnSpPr>
              <a:cxnSpLocks/>
            </p:cNvCxnSpPr>
            <p:nvPr/>
          </p:nvCxnSpPr>
          <p:spPr>
            <a:xfrm>
              <a:off x="10651650" y="4916872"/>
              <a:ext cx="0" cy="114449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0" name="角丸四角形 78">
            <a:extLst>
              <a:ext uri="{FF2B5EF4-FFF2-40B4-BE49-F238E27FC236}">
                <a16:creationId xmlns:a16="http://schemas.microsoft.com/office/drawing/2014/main" id="{30BA0EF3-8C3F-37EC-6BF4-F58545E69CBA}"/>
              </a:ext>
            </a:extLst>
          </p:cNvPr>
          <p:cNvSpPr/>
          <p:nvPr/>
        </p:nvSpPr>
        <p:spPr>
          <a:xfrm>
            <a:off x="8515499" y="2720229"/>
            <a:ext cx="1100774" cy="506706"/>
          </a:xfrm>
          <a:prstGeom prst="roundRect">
            <a:avLst/>
          </a:prstGeom>
          <a:ln>
            <a:solidFill>
              <a:srgbClr val="FF0000"/>
            </a:solidFill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200" dirty="0"/>
              <a:t>Mail</a:t>
            </a:r>
          </a:p>
        </p:txBody>
      </p:sp>
      <p:cxnSp>
        <p:nvCxnSpPr>
          <p:cNvPr id="161" name="直線コネクタ 160">
            <a:extLst>
              <a:ext uri="{FF2B5EF4-FFF2-40B4-BE49-F238E27FC236}">
                <a16:creationId xmlns:a16="http://schemas.microsoft.com/office/drawing/2014/main" id="{2710CC8B-88DA-CC84-4C5D-2EFAD1D126AB}"/>
              </a:ext>
            </a:extLst>
          </p:cNvPr>
          <p:cNvCxnSpPr>
            <a:cxnSpLocks/>
            <a:endCxn id="160" idx="0"/>
          </p:cNvCxnSpPr>
          <p:nvPr/>
        </p:nvCxnSpPr>
        <p:spPr>
          <a:xfrm>
            <a:off x="9065886" y="2459573"/>
            <a:ext cx="0" cy="26065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2" name="角丸四角形 80">
            <a:extLst>
              <a:ext uri="{FF2B5EF4-FFF2-40B4-BE49-F238E27FC236}">
                <a16:creationId xmlns:a16="http://schemas.microsoft.com/office/drawing/2014/main" id="{6CEC9059-6459-497B-D91A-2C0CAF4DE680}"/>
              </a:ext>
            </a:extLst>
          </p:cNvPr>
          <p:cNvSpPr/>
          <p:nvPr/>
        </p:nvSpPr>
        <p:spPr>
          <a:xfrm>
            <a:off x="4283359" y="5432411"/>
            <a:ext cx="1100774" cy="598592"/>
          </a:xfrm>
          <a:prstGeom prst="roundRect">
            <a:avLst/>
          </a:prstGeom>
          <a:ln>
            <a:solidFill>
              <a:schemeClr val="accent3"/>
            </a:solidFill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File Share</a:t>
            </a:r>
          </a:p>
          <a:p>
            <a:pPr algn="ctr"/>
            <a:r>
              <a:rPr lang="en-US" altLang="ja-JP" sz="1200" dirty="0"/>
              <a:t>.2</a:t>
            </a:r>
            <a:endParaRPr kumimoji="1" lang="en-US" altLang="ja-JP" sz="1200" dirty="0"/>
          </a:p>
        </p:txBody>
      </p:sp>
      <p:cxnSp>
        <p:nvCxnSpPr>
          <p:cNvPr id="163" name="直線コネクタ 162">
            <a:extLst>
              <a:ext uri="{FF2B5EF4-FFF2-40B4-BE49-F238E27FC236}">
                <a16:creationId xmlns:a16="http://schemas.microsoft.com/office/drawing/2014/main" id="{A4B9692A-99EF-99AD-2B52-2BA44606D9F2}"/>
              </a:ext>
            </a:extLst>
          </p:cNvPr>
          <p:cNvCxnSpPr>
            <a:cxnSpLocks/>
            <a:endCxn id="162" idx="0"/>
          </p:cNvCxnSpPr>
          <p:nvPr/>
        </p:nvCxnSpPr>
        <p:spPr>
          <a:xfrm>
            <a:off x="4833746" y="5171755"/>
            <a:ext cx="0" cy="260656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直線コネクタ 163">
            <a:extLst>
              <a:ext uri="{FF2B5EF4-FFF2-40B4-BE49-F238E27FC236}">
                <a16:creationId xmlns:a16="http://schemas.microsoft.com/office/drawing/2014/main" id="{8213C673-35F6-2303-B3F0-C3743075C53E}"/>
              </a:ext>
            </a:extLst>
          </p:cNvPr>
          <p:cNvCxnSpPr>
            <a:cxnSpLocks/>
            <a:stCxn id="96" idx="3"/>
          </p:cNvCxnSpPr>
          <p:nvPr/>
        </p:nvCxnSpPr>
        <p:spPr>
          <a:xfrm>
            <a:off x="6440583" y="2458178"/>
            <a:ext cx="405207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5" name="テキスト ボックス 164">
            <a:extLst>
              <a:ext uri="{FF2B5EF4-FFF2-40B4-BE49-F238E27FC236}">
                <a16:creationId xmlns:a16="http://schemas.microsoft.com/office/drawing/2014/main" id="{8C8904A9-A454-D341-E042-9D97C9D3B8DA}"/>
              </a:ext>
            </a:extLst>
          </p:cNvPr>
          <p:cNvSpPr txBox="1"/>
          <p:nvPr/>
        </p:nvSpPr>
        <p:spPr>
          <a:xfrm>
            <a:off x="6984582" y="2455562"/>
            <a:ext cx="9973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133.x.y.12</a:t>
            </a:r>
            <a:endParaRPr kumimoji="1" lang="ja-JP" altLang="en-US" sz="1400"/>
          </a:p>
        </p:txBody>
      </p:sp>
      <p:sp>
        <p:nvSpPr>
          <p:cNvPr id="166" name="テキスト ボックス 165">
            <a:extLst>
              <a:ext uri="{FF2B5EF4-FFF2-40B4-BE49-F238E27FC236}">
                <a16:creationId xmlns:a16="http://schemas.microsoft.com/office/drawing/2014/main" id="{6B8D2D2A-F101-5BC0-219C-9D03C8147383}"/>
              </a:ext>
            </a:extLst>
          </p:cNvPr>
          <p:cNvSpPr txBox="1"/>
          <p:nvPr/>
        </p:nvSpPr>
        <p:spPr>
          <a:xfrm>
            <a:off x="9037257" y="2459254"/>
            <a:ext cx="9973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133.x.y.13</a:t>
            </a:r>
            <a:endParaRPr kumimoji="1" lang="ja-JP" altLang="en-US" sz="1400"/>
          </a:p>
        </p:txBody>
      </p:sp>
      <p:sp>
        <p:nvSpPr>
          <p:cNvPr id="167" name="テキスト ボックス 166">
            <a:extLst>
              <a:ext uri="{FF2B5EF4-FFF2-40B4-BE49-F238E27FC236}">
                <a16:creationId xmlns:a16="http://schemas.microsoft.com/office/drawing/2014/main" id="{526DE6D5-8B96-1F18-1616-DC4AEAEAFA62}"/>
              </a:ext>
            </a:extLst>
          </p:cNvPr>
          <p:cNvSpPr txBox="1"/>
          <p:nvPr/>
        </p:nvSpPr>
        <p:spPr>
          <a:xfrm>
            <a:off x="9232757" y="2203437"/>
            <a:ext cx="593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DMZ</a:t>
            </a:r>
            <a:endParaRPr kumimoji="1" lang="ja-JP" altLang="en-US" sz="1400"/>
          </a:p>
        </p:txBody>
      </p:sp>
    </p:spTree>
    <p:extLst>
      <p:ext uri="{BB962C8B-B14F-4D97-AF65-F5344CB8AC3E}">
        <p14:creationId xmlns:p14="http://schemas.microsoft.com/office/powerpoint/2010/main" val="22381518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D1B41-D9DD-BB1F-EE05-BD80FC022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6" name="直線コネクタ 85">
            <a:extLst>
              <a:ext uri="{FF2B5EF4-FFF2-40B4-BE49-F238E27FC236}">
                <a16:creationId xmlns:a16="http://schemas.microsoft.com/office/drawing/2014/main" id="{3AEA954D-445B-426C-6F21-C52A5CCCC907}"/>
              </a:ext>
            </a:extLst>
          </p:cNvPr>
          <p:cNvCxnSpPr>
            <a:cxnSpLocks/>
          </p:cNvCxnSpPr>
          <p:nvPr/>
        </p:nvCxnSpPr>
        <p:spPr>
          <a:xfrm>
            <a:off x="2019301" y="1790653"/>
            <a:ext cx="293472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直線コネクタ 86">
            <a:extLst>
              <a:ext uri="{FF2B5EF4-FFF2-40B4-BE49-F238E27FC236}">
                <a16:creationId xmlns:a16="http://schemas.microsoft.com/office/drawing/2014/main" id="{A4C46194-8484-2E77-3A65-8130BCEDA94E}"/>
              </a:ext>
            </a:extLst>
          </p:cNvPr>
          <p:cNvCxnSpPr>
            <a:cxnSpLocks/>
          </p:cNvCxnSpPr>
          <p:nvPr/>
        </p:nvCxnSpPr>
        <p:spPr>
          <a:xfrm>
            <a:off x="1865642" y="4487867"/>
            <a:ext cx="3737455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テキスト ボックス 87">
            <a:extLst>
              <a:ext uri="{FF2B5EF4-FFF2-40B4-BE49-F238E27FC236}">
                <a16:creationId xmlns:a16="http://schemas.microsoft.com/office/drawing/2014/main" id="{306C046D-0786-7ACE-2955-90B8C612FA56}"/>
              </a:ext>
            </a:extLst>
          </p:cNvPr>
          <p:cNvSpPr txBox="1"/>
          <p:nvPr/>
        </p:nvSpPr>
        <p:spPr>
          <a:xfrm>
            <a:off x="2717139" y="4254523"/>
            <a:ext cx="26789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VLAN100  192.168.100.254/24</a:t>
            </a:r>
            <a:endParaRPr kumimoji="1" lang="ja-JP" altLang="en-US" sz="1400"/>
          </a:p>
        </p:txBody>
      </p:sp>
      <p:cxnSp>
        <p:nvCxnSpPr>
          <p:cNvPr id="89" name="直線コネクタ 88">
            <a:extLst>
              <a:ext uri="{FF2B5EF4-FFF2-40B4-BE49-F238E27FC236}">
                <a16:creationId xmlns:a16="http://schemas.microsoft.com/office/drawing/2014/main" id="{C4952887-D894-08D9-D008-3168D68148FF}"/>
              </a:ext>
            </a:extLst>
          </p:cNvPr>
          <p:cNvCxnSpPr>
            <a:cxnSpLocks/>
            <a:stCxn id="96" idx="2"/>
          </p:cNvCxnSpPr>
          <p:nvPr/>
        </p:nvCxnSpPr>
        <p:spPr>
          <a:xfrm flipH="1">
            <a:off x="5609248" y="2025224"/>
            <a:ext cx="14302" cy="26047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角丸四角形 8">
            <a:extLst>
              <a:ext uri="{FF2B5EF4-FFF2-40B4-BE49-F238E27FC236}">
                <a16:creationId xmlns:a16="http://schemas.microsoft.com/office/drawing/2014/main" id="{99448FA0-A797-18C3-EF16-62E8B40BF51F}"/>
              </a:ext>
            </a:extLst>
          </p:cNvPr>
          <p:cNvSpPr/>
          <p:nvPr/>
        </p:nvSpPr>
        <p:spPr>
          <a:xfrm>
            <a:off x="2874839" y="4758156"/>
            <a:ext cx="1100774" cy="598593"/>
          </a:xfrm>
          <a:prstGeom prst="roundRect">
            <a:avLst/>
          </a:prstGeom>
          <a:ln>
            <a:solidFill>
              <a:schemeClr val="accent3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200" dirty="0"/>
              <a:t>Active Directory</a:t>
            </a:r>
            <a:endParaRPr kumimoji="1" lang="en-US" altLang="ja-JP" sz="1200" dirty="0"/>
          </a:p>
          <a:p>
            <a:pPr algn="ctr"/>
            <a:r>
              <a:rPr lang="en-US" altLang="ja-JP" sz="1200" dirty="0"/>
              <a:t>.1</a:t>
            </a:r>
            <a:endParaRPr kumimoji="1" lang="ja-JP" altLang="en-US" sz="1200"/>
          </a:p>
        </p:txBody>
      </p:sp>
      <p:cxnSp>
        <p:nvCxnSpPr>
          <p:cNvPr id="91" name="直線コネクタ 90">
            <a:extLst>
              <a:ext uri="{FF2B5EF4-FFF2-40B4-BE49-F238E27FC236}">
                <a16:creationId xmlns:a16="http://schemas.microsoft.com/office/drawing/2014/main" id="{2A1C54E9-53DF-0938-AD1F-BDEC9F310A1A}"/>
              </a:ext>
            </a:extLst>
          </p:cNvPr>
          <p:cNvCxnSpPr>
            <a:cxnSpLocks/>
            <a:endCxn id="90" idx="0"/>
          </p:cNvCxnSpPr>
          <p:nvPr/>
        </p:nvCxnSpPr>
        <p:spPr>
          <a:xfrm>
            <a:off x="3425226" y="4497501"/>
            <a:ext cx="0" cy="260655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角丸四角形 10">
            <a:extLst>
              <a:ext uri="{FF2B5EF4-FFF2-40B4-BE49-F238E27FC236}">
                <a16:creationId xmlns:a16="http://schemas.microsoft.com/office/drawing/2014/main" id="{FEC28F6A-3F32-05C2-6D03-332FA9032735}"/>
              </a:ext>
            </a:extLst>
          </p:cNvPr>
          <p:cNvSpPr/>
          <p:nvPr/>
        </p:nvSpPr>
        <p:spPr>
          <a:xfrm>
            <a:off x="6499972" y="2034230"/>
            <a:ext cx="1100774" cy="506706"/>
          </a:xfrm>
          <a:prstGeom prst="roundRect">
            <a:avLst/>
          </a:prstGeom>
          <a:ln>
            <a:solidFill>
              <a:srgbClr val="FF0000"/>
            </a:solidFill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200" dirty="0"/>
              <a:t>Web</a:t>
            </a:r>
          </a:p>
        </p:txBody>
      </p:sp>
      <p:cxnSp>
        <p:nvCxnSpPr>
          <p:cNvPr id="93" name="直線コネクタ 92">
            <a:extLst>
              <a:ext uri="{FF2B5EF4-FFF2-40B4-BE49-F238E27FC236}">
                <a16:creationId xmlns:a16="http://schemas.microsoft.com/office/drawing/2014/main" id="{6A56C48B-197A-7F62-F75A-B63F2D34C9D3}"/>
              </a:ext>
            </a:extLst>
          </p:cNvPr>
          <p:cNvCxnSpPr>
            <a:cxnSpLocks/>
            <a:endCxn id="92" idx="0"/>
          </p:cNvCxnSpPr>
          <p:nvPr/>
        </p:nvCxnSpPr>
        <p:spPr>
          <a:xfrm>
            <a:off x="7050359" y="1773574"/>
            <a:ext cx="0" cy="26065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雲 93">
            <a:extLst>
              <a:ext uri="{FF2B5EF4-FFF2-40B4-BE49-F238E27FC236}">
                <a16:creationId xmlns:a16="http://schemas.microsoft.com/office/drawing/2014/main" id="{10E994A6-DA9C-CA61-8EA5-DE0132EE8D9B}"/>
              </a:ext>
            </a:extLst>
          </p:cNvPr>
          <p:cNvSpPr/>
          <p:nvPr/>
        </p:nvSpPr>
        <p:spPr>
          <a:xfrm>
            <a:off x="1460284" y="1296062"/>
            <a:ext cx="1615591" cy="877442"/>
          </a:xfrm>
          <a:prstGeom prst="cloud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The</a:t>
            </a:r>
          </a:p>
          <a:p>
            <a:pPr algn="ctr"/>
            <a:r>
              <a:rPr lang="en-US" altLang="ja-JP" dirty="0"/>
              <a:t>Internet</a:t>
            </a:r>
            <a:endParaRPr kumimoji="1" lang="ja-JP" altLang="en-US"/>
          </a:p>
        </p:txBody>
      </p:sp>
      <p:sp>
        <p:nvSpPr>
          <p:cNvPr id="95" name="テキスト ボックス 94">
            <a:extLst>
              <a:ext uri="{FF2B5EF4-FFF2-40B4-BE49-F238E27FC236}">
                <a16:creationId xmlns:a16="http://schemas.microsoft.com/office/drawing/2014/main" id="{94120443-6B96-2CE7-599A-21F9FF78F2E2}"/>
              </a:ext>
            </a:extLst>
          </p:cNvPr>
          <p:cNvSpPr txBox="1"/>
          <p:nvPr/>
        </p:nvSpPr>
        <p:spPr>
          <a:xfrm>
            <a:off x="3629890" y="1484324"/>
            <a:ext cx="1812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133.x.y.11</a:t>
            </a:r>
            <a:endParaRPr kumimoji="1" lang="ja-JP" altLang="en-US"/>
          </a:p>
        </p:txBody>
      </p:sp>
      <p:sp>
        <p:nvSpPr>
          <p:cNvPr id="96" name="角丸四角形 14">
            <a:extLst>
              <a:ext uri="{FF2B5EF4-FFF2-40B4-BE49-F238E27FC236}">
                <a16:creationId xmlns:a16="http://schemas.microsoft.com/office/drawing/2014/main" id="{C97FF4FA-E8BD-E28B-33FB-3B2115EE3CFF}"/>
              </a:ext>
            </a:extLst>
          </p:cNvPr>
          <p:cNvSpPr/>
          <p:nvPr/>
        </p:nvSpPr>
        <p:spPr>
          <a:xfrm>
            <a:off x="4815752" y="1542624"/>
            <a:ext cx="1615595" cy="48260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UTM(VPN)</a:t>
            </a:r>
            <a:endParaRPr kumimoji="1" lang="ja-JP" altLang="en-US"/>
          </a:p>
        </p:txBody>
      </p:sp>
      <p:grpSp>
        <p:nvGrpSpPr>
          <p:cNvPr id="97" name="グループ化 96">
            <a:extLst>
              <a:ext uri="{FF2B5EF4-FFF2-40B4-BE49-F238E27FC236}">
                <a16:creationId xmlns:a16="http://schemas.microsoft.com/office/drawing/2014/main" id="{74366F0A-CD58-225C-C207-4213D43DA7AF}"/>
              </a:ext>
            </a:extLst>
          </p:cNvPr>
          <p:cNvGrpSpPr/>
          <p:nvPr/>
        </p:nvGrpSpPr>
        <p:grpSpPr>
          <a:xfrm>
            <a:off x="5632017" y="2680942"/>
            <a:ext cx="4905866" cy="612235"/>
            <a:chOff x="5936699" y="1788928"/>
            <a:chExt cx="4905866" cy="612235"/>
          </a:xfrm>
        </p:grpSpPr>
        <p:cxnSp>
          <p:nvCxnSpPr>
            <p:cNvPr id="98" name="直線コネクタ 97">
              <a:extLst>
                <a:ext uri="{FF2B5EF4-FFF2-40B4-BE49-F238E27FC236}">
                  <a16:creationId xmlns:a16="http://schemas.microsoft.com/office/drawing/2014/main" id="{8038F2E3-0658-B030-5776-71996AB9D044}"/>
                </a:ext>
              </a:extLst>
            </p:cNvPr>
            <p:cNvCxnSpPr/>
            <p:nvPr/>
          </p:nvCxnSpPr>
          <p:spPr>
            <a:xfrm>
              <a:off x="5936699" y="2030502"/>
              <a:ext cx="48514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テキスト ボックス 98">
              <a:extLst>
                <a:ext uri="{FF2B5EF4-FFF2-40B4-BE49-F238E27FC236}">
                  <a16:creationId xmlns:a16="http://schemas.microsoft.com/office/drawing/2014/main" id="{EAABA35C-449D-AD45-85DF-906B17C97B68}"/>
                </a:ext>
              </a:extLst>
            </p:cNvPr>
            <p:cNvSpPr txBox="1"/>
            <p:nvPr/>
          </p:nvSpPr>
          <p:spPr>
            <a:xfrm>
              <a:off x="8362399" y="1788928"/>
              <a:ext cx="248016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400" dirty="0"/>
                <a:t>VLAN10  192.168.10.254/24</a:t>
              </a:r>
              <a:endParaRPr kumimoji="1" lang="ja-JP" altLang="en-US" sz="1400"/>
            </a:p>
          </p:txBody>
        </p:sp>
        <p:sp>
          <p:nvSpPr>
            <p:cNvPr id="100" name="角丸四角形 18">
              <a:extLst>
                <a:ext uri="{FF2B5EF4-FFF2-40B4-BE49-F238E27FC236}">
                  <a16:creationId xmlns:a16="http://schemas.microsoft.com/office/drawing/2014/main" id="{3DA46DE8-28DF-6DA7-2E91-72B1763F857D}"/>
                </a:ext>
              </a:extLst>
            </p:cNvPr>
            <p:cNvSpPr/>
            <p:nvPr/>
          </p:nvSpPr>
          <p:spPr>
            <a:xfrm>
              <a:off x="7393988" y="2144951"/>
              <a:ext cx="521758" cy="256212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/>
                <a:t>.1</a:t>
              </a:r>
              <a:endParaRPr kumimoji="1" lang="ja-JP" altLang="en-US"/>
            </a:p>
          </p:txBody>
        </p:sp>
        <p:sp>
          <p:nvSpPr>
            <p:cNvPr id="101" name="角丸四角形 19">
              <a:extLst>
                <a:ext uri="{FF2B5EF4-FFF2-40B4-BE49-F238E27FC236}">
                  <a16:creationId xmlns:a16="http://schemas.microsoft.com/office/drawing/2014/main" id="{9E669913-238C-A511-5354-4655826CC7B4}"/>
                </a:ext>
              </a:extLst>
            </p:cNvPr>
            <p:cNvSpPr/>
            <p:nvPr/>
          </p:nvSpPr>
          <p:spPr>
            <a:xfrm>
              <a:off x="8023892" y="2144951"/>
              <a:ext cx="521758" cy="256212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/>
                <a:t>.2</a:t>
              </a:r>
              <a:endParaRPr kumimoji="1" lang="ja-JP" altLang="en-US"/>
            </a:p>
          </p:txBody>
        </p:sp>
        <p:sp>
          <p:nvSpPr>
            <p:cNvPr id="102" name="角丸四角形 20">
              <a:extLst>
                <a:ext uri="{FF2B5EF4-FFF2-40B4-BE49-F238E27FC236}">
                  <a16:creationId xmlns:a16="http://schemas.microsoft.com/office/drawing/2014/main" id="{3420F5DD-3DD2-14AA-6242-21BBD09B3C9A}"/>
                </a:ext>
              </a:extLst>
            </p:cNvPr>
            <p:cNvSpPr/>
            <p:nvPr/>
          </p:nvSpPr>
          <p:spPr>
            <a:xfrm>
              <a:off x="8653796" y="2139915"/>
              <a:ext cx="521758" cy="256212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/>
                <a:t>.3</a:t>
              </a:r>
              <a:endParaRPr kumimoji="1" lang="ja-JP" altLang="en-US"/>
            </a:p>
          </p:txBody>
        </p:sp>
        <p:sp>
          <p:nvSpPr>
            <p:cNvPr id="103" name="角丸四角形 21">
              <a:extLst>
                <a:ext uri="{FF2B5EF4-FFF2-40B4-BE49-F238E27FC236}">
                  <a16:creationId xmlns:a16="http://schemas.microsoft.com/office/drawing/2014/main" id="{08A1612A-A084-B6C4-0163-C5759DD82437}"/>
                </a:ext>
              </a:extLst>
            </p:cNvPr>
            <p:cNvSpPr/>
            <p:nvPr/>
          </p:nvSpPr>
          <p:spPr>
            <a:xfrm>
              <a:off x="9283700" y="2139915"/>
              <a:ext cx="521758" cy="256212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/>
                <a:t>.4</a:t>
              </a:r>
              <a:endParaRPr kumimoji="1" lang="ja-JP" altLang="en-US"/>
            </a:p>
          </p:txBody>
        </p:sp>
        <p:cxnSp>
          <p:nvCxnSpPr>
            <p:cNvPr id="104" name="直線コネクタ 103">
              <a:extLst>
                <a:ext uri="{FF2B5EF4-FFF2-40B4-BE49-F238E27FC236}">
                  <a16:creationId xmlns:a16="http://schemas.microsoft.com/office/drawing/2014/main" id="{CE847B44-5A8A-78BF-7665-3160AAECB6D6}"/>
                </a:ext>
              </a:extLst>
            </p:cNvPr>
            <p:cNvCxnSpPr>
              <a:cxnSpLocks/>
            </p:cNvCxnSpPr>
            <p:nvPr/>
          </p:nvCxnSpPr>
          <p:spPr>
            <a:xfrm>
              <a:off x="7654867" y="2030502"/>
              <a:ext cx="0" cy="11444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線コネクタ 104">
              <a:extLst>
                <a:ext uri="{FF2B5EF4-FFF2-40B4-BE49-F238E27FC236}">
                  <a16:creationId xmlns:a16="http://schemas.microsoft.com/office/drawing/2014/main" id="{8A560C52-8166-5616-CA84-0092415C4A43}"/>
                </a:ext>
              </a:extLst>
            </p:cNvPr>
            <p:cNvCxnSpPr>
              <a:cxnSpLocks/>
            </p:cNvCxnSpPr>
            <p:nvPr/>
          </p:nvCxnSpPr>
          <p:spPr>
            <a:xfrm>
              <a:off x="8283086" y="2030502"/>
              <a:ext cx="0" cy="11444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線コネクタ 105">
              <a:extLst>
                <a:ext uri="{FF2B5EF4-FFF2-40B4-BE49-F238E27FC236}">
                  <a16:creationId xmlns:a16="http://schemas.microsoft.com/office/drawing/2014/main" id="{321A1237-869D-5B6C-A4B3-10473CA6D81C}"/>
                </a:ext>
              </a:extLst>
            </p:cNvPr>
            <p:cNvCxnSpPr>
              <a:cxnSpLocks/>
            </p:cNvCxnSpPr>
            <p:nvPr/>
          </p:nvCxnSpPr>
          <p:spPr>
            <a:xfrm>
              <a:off x="8907168" y="2025466"/>
              <a:ext cx="0" cy="11444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線コネクタ 106">
              <a:extLst>
                <a:ext uri="{FF2B5EF4-FFF2-40B4-BE49-F238E27FC236}">
                  <a16:creationId xmlns:a16="http://schemas.microsoft.com/office/drawing/2014/main" id="{88AC767A-B23B-091E-F383-8CBB2F61FD0E}"/>
                </a:ext>
              </a:extLst>
            </p:cNvPr>
            <p:cNvCxnSpPr>
              <a:cxnSpLocks/>
            </p:cNvCxnSpPr>
            <p:nvPr/>
          </p:nvCxnSpPr>
          <p:spPr>
            <a:xfrm>
              <a:off x="9544351" y="2025466"/>
              <a:ext cx="0" cy="11444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8" name="グループ化 107">
            <a:extLst>
              <a:ext uri="{FF2B5EF4-FFF2-40B4-BE49-F238E27FC236}">
                <a16:creationId xmlns:a16="http://schemas.microsoft.com/office/drawing/2014/main" id="{ED397058-C472-E452-D763-8C49B2119667}"/>
              </a:ext>
            </a:extLst>
          </p:cNvPr>
          <p:cNvGrpSpPr/>
          <p:nvPr/>
        </p:nvGrpSpPr>
        <p:grpSpPr>
          <a:xfrm>
            <a:off x="1865379" y="2754746"/>
            <a:ext cx="3800733" cy="629879"/>
            <a:chOff x="7041832" y="2485451"/>
            <a:chExt cx="3800733" cy="629879"/>
          </a:xfrm>
        </p:grpSpPr>
        <p:cxnSp>
          <p:nvCxnSpPr>
            <p:cNvPr id="109" name="直線コネクタ 108">
              <a:extLst>
                <a:ext uri="{FF2B5EF4-FFF2-40B4-BE49-F238E27FC236}">
                  <a16:creationId xmlns:a16="http://schemas.microsoft.com/office/drawing/2014/main" id="{CF026ADD-AAD7-E0F0-52EC-81E62CBFD062}"/>
                </a:ext>
              </a:extLst>
            </p:cNvPr>
            <p:cNvCxnSpPr>
              <a:cxnSpLocks/>
            </p:cNvCxnSpPr>
            <p:nvPr/>
          </p:nvCxnSpPr>
          <p:spPr>
            <a:xfrm>
              <a:off x="7041832" y="2709469"/>
              <a:ext cx="3746267" cy="28189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テキスト ボックス 109">
              <a:extLst>
                <a:ext uri="{FF2B5EF4-FFF2-40B4-BE49-F238E27FC236}">
                  <a16:creationId xmlns:a16="http://schemas.microsoft.com/office/drawing/2014/main" id="{5F6B1496-0FF1-D322-7E85-7518F251C5D1}"/>
                </a:ext>
              </a:extLst>
            </p:cNvPr>
            <p:cNvSpPr txBox="1"/>
            <p:nvPr/>
          </p:nvSpPr>
          <p:spPr>
            <a:xfrm>
              <a:off x="8362399" y="2485451"/>
              <a:ext cx="248016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400" dirty="0"/>
                <a:t>VLAN20  192.168.20.254/24</a:t>
              </a:r>
              <a:endParaRPr kumimoji="1" lang="ja-JP" altLang="en-US" sz="1400" dirty="0"/>
            </a:p>
          </p:txBody>
        </p:sp>
        <p:sp>
          <p:nvSpPr>
            <p:cNvPr id="111" name="角丸四角形 29">
              <a:extLst>
                <a:ext uri="{FF2B5EF4-FFF2-40B4-BE49-F238E27FC236}">
                  <a16:creationId xmlns:a16="http://schemas.microsoft.com/office/drawing/2014/main" id="{5EA73635-CE4F-DFCB-6B3E-E2A1762BA168}"/>
                </a:ext>
              </a:extLst>
            </p:cNvPr>
            <p:cNvSpPr/>
            <p:nvPr/>
          </p:nvSpPr>
          <p:spPr>
            <a:xfrm>
              <a:off x="7395833" y="2859118"/>
              <a:ext cx="521758" cy="256212"/>
            </a:xfrm>
            <a:prstGeom prst="roundRect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/>
                <a:t>.1</a:t>
              </a:r>
              <a:endParaRPr kumimoji="1" lang="ja-JP" altLang="en-US"/>
            </a:p>
          </p:txBody>
        </p:sp>
        <p:sp>
          <p:nvSpPr>
            <p:cNvPr id="112" name="角丸四角形 30">
              <a:extLst>
                <a:ext uri="{FF2B5EF4-FFF2-40B4-BE49-F238E27FC236}">
                  <a16:creationId xmlns:a16="http://schemas.microsoft.com/office/drawing/2014/main" id="{BAC6B2EF-4D10-8E3A-0726-24C4C6514017}"/>
                </a:ext>
              </a:extLst>
            </p:cNvPr>
            <p:cNvSpPr/>
            <p:nvPr/>
          </p:nvSpPr>
          <p:spPr>
            <a:xfrm>
              <a:off x="8025737" y="2859118"/>
              <a:ext cx="521758" cy="256212"/>
            </a:xfrm>
            <a:prstGeom prst="roundRect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/>
                <a:t>.2</a:t>
              </a:r>
              <a:endParaRPr kumimoji="1" lang="ja-JP" altLang="en-US"/>
            </a:p>
          </p:txBody>
        </p:sp>
        <p:sp>
          <p:nvSpPr>
            <p:cNvPr id="113" name="角丸四角形 31">
              <a:extLst>
                <a:ext uri="{FF2B5EF4-FFF2-40B4-BE49-F238E27FC236}">
                  <a16:creationId xmlns:a16="http://schemas.microsoft.com/office/drawing/2014/main" id="{8CD1F2D8-D2C4-233E-CA4E-EA2902A27B47}"/>
                </a:ext>
              </a:extLst>
            </p:cNvPr>
            <p:cNvSpPr/>
            <p:nvPr/>
          </p:nvSpPr>
          <p:spPr>
            <a:xfrm>
              <a:off x="8655641" y="2854082"/>
              <a:ext cx="521758" cy="256212"/>
            </a:xfrm>
            <a:prstGeom prst="roundRect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/>
                <a:t>.3</a:t>
              </a:r>
              <a:endParaRPr kumimoji="1" lang="ja-JP" altLang="en-US"/>
            </a:p>
          </p:txBody>
        </p:sp>
        <p:sp>
          <p:nvSpPr>
            <p:cNvPr id="114" name="角丸四角形 32">
              <a:extLst>
                <a:ext uri="{FF2B5EF4-FFF2-40B4-BE49-F238E27FC236}">
                  <a16:creationId xmlns:a16="http://schemas.microsoft.com/office/drawing/2014/main" id="{4F6B1A85-487C-8721-A41D-B5B3038501A0}"/>
                </a:ext>
              </a:extLst>
            </p:cNvPr>
            <p:cNvSpPr/>
            <p:nvPr/>
          </p:nvSpPr>
          <p:spPr>
            <a:xfrm>
              <a:off x="9285545" y="2854082"/>
              <a:ext cx="521758" cy="256212"/>
            </a:xfrm>
            <a:prstGeom prst="roundRect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/>
                <a:t>.4</a:t>
              </a:r>
              <a:endParaRPr kumimoji="1" lang="ja-JP" altLang="en-US"/>
            </a:p>
          </p:txBody>
        </p:sp>
        <p:cxnSp>
          <p:nvCxnSpPr>
            <p:cNvPr id="115" name="直線コネクタ 114">
              <a:extLst>
                <a:ext uri="{FF2B5EF4-FFF2-40B4-BE49-F238E27FC236}">
                  <a16:creationId xmlns:a16="http://schemas.microsoft.com/office/drawing/2014/main" id="{7415C3B7-AEF5-8BA3-B6C2-0B18870CFE79}"/>
                </a:ext>
              </a:extLst>
            </p:cNvPr>
            <p:cNvCxnSpPr>
              <a:cxnSpLocks/>
            </p:cNvCxnSpPr>
            <p:nvPr/>
          </p:nvCxnSpPr>
          <p:spPr>
            <a:xfrm>
              <a:off x="7656712" y="2744669"/>
              <a:ext cx="0" cy="114449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線コネクタ 115">
              <a:extLst>
                <a:ext uri="{FF2B5EF4-FFF2-40B4-BE49-F238E27FC236}">
                  <a16:creationId xmlns:a16="http://schemas.microsoft.com/office/drawing/2014/main" id="{F655EDEB-6A0C-18F4-9A4D-9F9F95D0C66D}"/>
                </a:ext>
              </a:extLst>
            </p:cNvPr>
            <p:cNvCxnSpPr>
              <a:cxnSpLocks/>
            </p:cNvCxnSpPr>
            <p:nvPr/>
          </p:nvCxnSpPr>
          <p:spPr>
            <a:xfrm>
              <a:off x="8284931" y="2744669"/>
              <a:ext cx="0" cy="114449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線コネクタ 116">
              <a:extLst>
                <a:ext uri="{FF2B5EF4-FFF2-40B4-BE49-F238E27FC236}">
                  <a16:creationId xmlns:a16="http://schemas.microsoft.com/office/drawing/2014/main" id="{B2916E7E-8863-F816-38AF-6B830E8630A6}"/>
                </a:ext>
              </a:extLst>
            </p:cNvPr>
            <p:cNvCxnSpPr>
              <a:cxnSpLocks/>
            </p:cNvCxnSpPr>
            <p:nvPr/>
          </p:nvCxnSpPr>
          <p:spPr>
            <a:xfrm>
              <a:off x="8909013" y="2739633"/>
              <a:ext cx="0" cy="114449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線コネクタ 117">
              <a:extLst>
                <a:ext uri="{FF2B5EF4-FFF2-40B4-BE49-F238E27FC236}">
                  <a16:creationId xmlns:a16="http://schemas.microsoft.com/office/drawing/2014/main" id="{3911C63C-6764-65C5-8818-F9CB5C68ED72}"/>
                </a:ext>
              </a:extLst>
            </p:cNvPr>
            <p:cNvCxnSpPr>
              <a:cxnSpLocks/>
            </p:cNvCxnSpPr>
            <p:nvPr/>
          </p:nvCxnSpPr>
          <p:spPr>
            <a:xfrm>
              <a:off x="9546196" y="2739633"/>
              <a:ext cx="0" cy="114449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9" name="グループ化 118">
            <a:extLst>
              <a:ext uri="{FF2B5EF4-FFF2-40B4-BE49-F238E27FC236}">
                <a16:creationId xmlns:a16="http://schemas.microsoft.com/office/drawing/2014/main" id="{4F776495-A871-1670-BF9F-AF5FCA04F876}"/>
              </a:ext>
            </a:extLst>
          </p:cNvPr>
          <p:cNvGrpSpPr/>
          <p:nvPr/>
        </p:nvGrpSpPr>
        <p:grpSpPr>
          <a:xfrm>
            <a:off x="5617715" y="3342130"/>
            <a:ext cx="4905866" cy="614885"/>
            <a:chOff x="5936699" y="3228060"/>
            <a:chExt cx="4905866" cy="614885"/>
          </a:xfrm>
        </p:grpSpPr>
        <p:cxnSp>
          <p:nvCxnSpPr>
            <p:cNvPr id="120" name="直線コネクタ 119">
              <a:extLst>
                <a:ext uri="{FF2B5EF4-FFF2-40B4-BE49-F238E27FC236}">
                  <a16:creationId xmlns:a16="http://schemas.microsoft.com/office/drawing/2014/main" id="{8DB97A32-8156-012B-3D24-DC1CBA9A80A9}"/>
                </a:ext>
              </a:extLst>
            </p:cNvPr>
            <p:cNvCxnSpPr/>
            <p:nvPr/>
          </p:nvCxnSpPr>
          <p:spPr>
            <a:xfrm>
              <a:off x="5936699" y="3469634"/>
              <a:ext cx="4851400" cy="0"/>
            </a:xfrm>
            <a:prstGeom prst="line">
              <a:avLst/>
            </a:prstGeom>
            <a:ln>
              <a:solidFill>
                <a:schemeClr val="accent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1" name="テキスト ボックス 120">
              <a:extLst>
                <a:ext uri="{FF2B5EF4-FFF2-40B4-BE49-F238E27FC236}">
                  <a16:creationId xmlns:a16="http://schemas.microsoft.com/office/drawing/2014/main" id="{26813A6A-BDE6-165D-A245-6DD8E6E26B17}"/>
                </a:ext>
              </a:extLst>
            </p:cNvPr>
            <p:cNvSpPr txBox="1"/>
            <p:nvPr/>
          </p:nvSpPr>
          <p:spPr>
            <a:xfrm>
              <a:off x="8362399" y="3228060"/>
              <a:ext cx="248016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400" dirty="0"/>
                <a:t>VLAN30  192.168.30.254/24</a:t>
              </a:r>
              <a:endParaRPr kumimoji="1" lang="ja-JP" altLang="en-US" sz="1400"/>
            </a:p>
          </p:txBody>
        </p:sp>
        <p:sp>
          <p:nvSpPr>
            <p:cNvPr id="122" name="角丸四角形 40">
              <a:extLst>
                <a:ext uri="{FF2B5EF4-FFF2-40B4-BE49-F238E27FC236}">
                  <a16:creationId xmlns:a16="http://schemas.microsoft.com/office/drawing/2014/main" id="{B209471F-D3CC-919E-5E0D-2B4FA489FF0C}"/>
                </a:ext>
              </a:extLst>
            </p:cNvPr>
            <p:cNvSpPr/>
            <p:nvPr/>
          </p:nvSpPr>
          <p:spPr>
            <a:xfrm>
              <a:off x="7387952" y="3586733"/>
              <a:ext cx="521758" cy="256212"/>
            </a:xfrm>
            <a:prstGeom prst="roundRect">
              <a:avLst/>
            </a:prstGeom>
            <a:ln>
              <a:solidFill>
                <a:schemeClr val="accent5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/>
                <a:t>.1</a:t>
              </a:r>
              <a:endParaRPr kumimoji="1" lang="ja-JP" altLang="en-US"/>
            </a:p>
          </p:txBody>
        </p:sp>
        <p:sp>
          <p:nvSpPr>
            <p:cNvPr id="123" name="角丸四角形 41">
              <a:extLst>
                <a:ext uri="{FF2B5EF4-FFF2-40B4-BE49-F238E27FC236}">
                  <a16:creationId xmlns:a16="http://schemas.microsoft.com/office/drawing/2014/main" id="{FB2153C7-3D18-FADB-4A13-39192A78E190}"/>
                </a:ext>
              </a:extLst>
            </p:cNvPr>
            <p:cNvSpPr/>
            <p:nvPr/>
          </p:nvSpPr>
          <p:spPr>
            <a:xfrm>
              <a:off x="8017856" y="3586733"/>
              <a:ext cx="521758" cy="256212"/>
            </a:xfrm>
            <a:prstGeom prst="roundRect">
              <a:avLst/>
            </a:prstGeom>
            <a:ln>
              <a:solidFill>
                <a:schemeClr val="accent5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/>
                <a:t>.2</a:t>
              </a:r>
              <a:endParaRPr kumimoji="1" lang="ja-JP" altLang="en-US"/>
            </a:p>
          </p:txBody>
        </p:sp>
        <p:sp>
          <p:nvSpPr>
            <p:cNvPr id="124" name="角丸四角形 42">
              <a:extLst>
                <a:ext uri="{FF2B5EF4-FFF2-40B4-BE49-F238E27FC236}">
                  <a16:creationId xmlns:a16="http://schemas.microsoft.com/office/drawing/2014/main" id="{CA5AA57D-6F85-B733-0D83-4339A0066DEF}"/>
                </a:ext>
              </a:extLst>
            </p:cNvPr>
            <p:cNvSpPr/>
            <p:nvPr/>
          </p:nvSpPr>
          <p:spPr>
            <a:xfrm>
              <a:off x="8647760" y="3581697"/>
              <a:ext cx="521758" cy="256212"/>
            </a:xfrm>
            <a:prstGeom prst="roundRect">
              <a:avLst/>
            </a:prstGeom>
            <a:ln>
              <a:solidFill>
                <a:schemeClr val="accent5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/>
                <a:t>.3</a:t>
              </a:r>
              <a:endParaRPr kumimoji="1" lang="ja-JP" altLang="en-US"/>
            </a:p>
          </p:txBody>
        </p:sp>
        <p:sp>
          <p:nvSpPr>
            <p:cNvPr id="125" name="角丸四角形 43">
              <a:extLst>
                <a:ext uri="{FF2B5EF4-FFF2-40B4-BE49-F238E27FC236}">
                  <a16:creationId xmlns:a16="http://schemas.microsoft.com/office/drawing/2014/main" id="{53D86AF2-F241-0F35-4ABE-A9E80E2C9BCB}"/>
                </a:ext>
              </a:extLst>
            </p:cNvPr>
            <p:cNvSpPr/>
            <p:nvPr/>
          </p:nvSpPr>
          <p:spPr>
            <a:xfrm>
              <a:off x="9277664" y="3581697"/>
              <a:ext cx="521758" cy="256212"/>
            </a:xfrm>
            <a:prstGeom prst="roundRect">
              <a:avLst/>
            </a:prstGeom>
            <a:ln>
              <a:solidFill>
                <a:schemeClr val="accent5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/>
                <a:t>.4</a:t>
              </a:r>
              <a:endParaRPr kumimoji="1" lang="ja-JP" altLang="en-US"/>
            </a:p>
          </p:txBody>
        </p:sp>
        <p:cxnSp>
          <p:nvCxnSpPr>
            <p:cNvPr id="126" name="直線コネクタ 125">
              <a:extLst>
                <a:ext uri="{FF2B5EF4-FFF2-40B4-BE49-F238E27FC236}">
                  <a16:creationId xmlns:a16="http://schemas.microsoft.com/office/drawing/2014/main" id="{43C4D8DE-EA6F-F354-F916-A0E1EA86FBE1}"/>
                </a:ext>
              </a:extLst>
            </p:cNvPr>
            <p:cNvCxnSpPr>
              <a:cxnSpLocks/>
            </p:cNvCxnSpPr>
            <p:nvPr/>
          </p:nvCxnSpPr>
          <p:spPr>
            <a:xfrm>
              <a:off x="7648831" y="3472284"/>
              <a:ext cx="0" cy="114449"/>
            </a:xfrm>
            <a:prstGeom prst="line">
              <a:avLst/>
            </a:prstGeom>
            <a:ln>
              <a:solidFill>
                <a:schemeClr val="accent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直線コネクタ 126">
              <a:extLst>
                <a:ext uri="{FF2B5EF4-FFF2-40B4-BE49-F238E27FC236}">
                  <a16:creationId xmlns:a16="http://schemas.microsoft.com/office/drawing/2014/main" id="{63E6AC4F-2C41-F87D-DF6E-5735EFD6ACDB}"/>
                </a:ext>
              </a:extLst>
            </p:cNvPr>
            <p:cNvCxnSpPr>
              <a:cxnSpLocks/>
            </p:cNvCxnSpPr>
            <p:nvPr/>
          </p:nvCxnSpPr>
          <p:spPr>
            <a:xfrm>
              <a:off x="8277050" y="3472284"/>
              <a:ext cx="0" cy="114449"/>
            </a:xfrm>
            <a:prstGeom prst="line">
              <a:avLst/>
            </a:prstGeom>
            <a:ln>
              <a:solidFill>
                <a:schemeClr val="accent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直線コネクタ 127">
              <a:extLst>
                <a:ext uri="{FF2B5EF4-FFF2-40B4-BE49-F238E27FC236}">
                  <a16:creationId xmlns:a16="http://schemas.microsoft.com/office/drawing/2014/main" id="{EF35B6D6-156E-FB5F-673A-90B985F317D8}"/>
                </a:ext>
              </a:extLst>
            </p:cNvPr>
            <p:cNvCxnSpPr>
              <a:cxnSpLocks/>
            </p:cNvCxnSpPr>
            <p:nvPr/>
          </p:nvCxnSpPr>
          <p:spPr>
            <a:xfrm>
              <a:off x="8901132" y="3467248"/>
              <a:ext cx="0" cy="114449"/>
            </a:xfrm>
            <a:prstGeom prst="line">
              <a:avLst/>
            </a:prstGeom>
            <a:ln>
              <a:solidFill>
                <a:schemeClr val="accent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直線コネクタ 128">
              <a:extLst>
                <a:ext uri="{FF2B5EF4-FFF2-40B4-BE49-F238E27FC236}">
                  <a16:creationId xmlns:a16="http://schemas.microsoft.com/office/drawing/2014/main" id="{4CE0917F-E17D-578F-A6F6-310244DF9CE1}"/>
                </a:ext>
              </a:extLst>
            </p:cNvPr>
            <p:cNvCxnSpPr>
              <a:cxnSpLocks/>
            </p:cNvCxnSpPr>
            <p:nvPr/>
          </p:nvCxnSpPr>
          <p:spPr>
            <a:xfrm>
              <a:off x="9538315" y="3467248"/>
              <a:ext cx="0" cy="114449"/>
            </a:xfrm>
            <a:prstGeom prst="line">
              <a:avLst/>
            </a:prstGeom>
            <a:ln>
              <a:solidFill>
                <a:schemeClr val="accent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0" name="グループ化 129">
            <a:extLst>
              <a:ext uri="{FF2B5EF4-FFF2-40B4-BE49-F238E27FC236}">
                <a16:creationId xmlns:a16="http://schemas.microsoft.com/office/drawing/2014/main" id="{14633C6B-491B-7C23-316F-C77E40395087}"/>
              </a:ext>
            </a:extLst>
          </p:cNvPr>
          <p:cNvGrpSpPr/>
          <p:nvPr/>
        </p:nvGrpSpPr>
        <p:grpSpPr>
          <a:xfrm>
            <a:off x="1865379" y="3455985"/>
            <a:ext cx="3800733" cy="613362"/>
            <a:chOff x="7033365" y="3957434"/>
            <a:chExt cx="3800733" cy="613362"/>
          </a:xfrm>
        </p:grpSpPr>
        <p:cxnSp>
          <p:nvCxnSpPr>
            <p:cNvPr id="131" name="直線コネクタ 130">
              <a:extLst>
                <a:ext uri="{FF2B5EF4-FFF2-40B4-BE49-F238E27FC236}">
                  <a16:creationId xmlns:a16="http://schemas.microsoft.com/office/drawing/2014/main" id="{D35AED0E-51EC-04CF-918C-34D4CFAFA127}"/>
                </a:ext>
              </a:extLst>
            </p:cNvPr>
            <p:cNvCxnSpPr>
              <a:cxnSpLocks/>
            </p:cNvCxnSpPr>
            <p:nvPr/>
          </p:nvCxnSpPr>
          <p:spPr>
            <a:xfrm>
              <a:off x="7033365" y="4194865"/>
              <a:ext cx="3746267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2" name="テキスト ボックス 131">
              <a:extLst>
                <a:ext uri="{FF2B5EF4-FFF2-40B4-BE49-F238E27FC236}">
                  <a16:creationId xmlns:a16="http://schemas.microsoft.com/office/drawing/2014/main" id="{7925828D-4F55-012D-3A2C-0A1E876EEBC8}"/>
                </a:ext>
              </a:extLst>
            </p:cNvPr>
            <p:cNvSpPr txBox="1"/>
            <p:nvPr/>
          </p:nvSpPr>
          <p:spPr>
            <a:xfrm>
              <a:off x="8353932" y="3957434"/>
              <a:ext cx="248016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400" dirty="0"/>
                <a:t>VLAN40  192.168.40.254/24</a:t>
              </a:r>
              <a:endParaRPr kumimoji="1" lang="ja-JP" altLang="en-US" sz="1400"/>
            </a:p>
          </p:txBody>
        </p:sp>
        <p:sp>
          <p:nvSpPr>
            <p:cNvPr id="133" name="角丸四角形 51">
              <a:extLst>
                <a:ext uri="{FF2B5EF4-FFF2-40B4-BE49-F238E27FC236}">
                  <a16:creationId xmlns:a16="http://schemas.microsoft.com/office/drawing/2014/main" id="{21D0CA43-8350-48A1-07FF-C4EE7EF4BDCB}"/>
                </a:ext>
              </a:extLst>
            </p:cNvPr>
            <p:cNvSpPr/>
            <p:nvPr/>
          </p:nvSpPr>
          <p:spPr>
            <a:xfrm>
              <a:off x="7395833" y="4314584"/>
              <a:ext cx="521758" cy="256212"/>
            </a:xfrm>
            <a:prstGeom prst="roundRect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/>
                <a:t>.1</a:t>
              </a:r>
              <a:endParaRPr kumimoji="1" lang="ja-JP" altLang="en-US"/>
            </a:p>
          </p:txBody>
        </p:sp>
        <p:sp>
          <p:nvSpPr>
            <p:cNvPr id="134" name="角丸四角形 52">
              <a:extLst>
                <a:ext uri="{FF2B5EF4-FFF2-40B4-BE49-F238E27FC236}">
                  <a16:creationId xmlns:a16="http://schemas.microsoft.com/office/drawing/2014/main" id="{C144A80C-0BE8-11C7-3501-11C5D4577E9C}"/>
                </a:ext>
              </a:extLst>
            </p:cNvPr>
            <p:cNvSpPr/>
            <p:nvPr/>
          </p:nvSpPr>
          <p:spPr>
            <a:xfrm>
              <a:off x="8025737" y="4314584"/>
              <a:ext cx="521758" cy="256212"/>
            </a:xfrm>
            <a:prstGeom prst="roundRect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/>
                <a:t>.2</a:t>
              </a:r>
              <a:endParaRPr kumimoji="1" lang="ja-JP" altLang="en-US"/>
            </a:p>
          </p:txBody>
        </p:sp>
        <p:sp>
          <p:nvSpPr>
            <p:cNvPr id="135" name="角丸四角形 53">
              <a:extLst>
                <a:ext uri="{FF2B5EF4-FFF2-40B4-BE49-F238E27FC236}">
                  <a16:creationId xmlns:a16="http://schemas.microsoft.com/office/drawing/2014/main" id="{DFF92ACA-326F-E21A-BA61-79C7758CE9BF}"/>
                </a:ext>
              </a:extLst>
            </p:cNvPr>
            <p:cNvSpPr/>
            <p:nvPr/>
          </p:nvSpPr>
          <p:spPr>
            <a:xfrm>
              <a:off x="8655641" y="4309548"/>
              <a:ext cx="521758" cy="256212"/>
            </a:xfrm>
            <a:prstGeom prst="roundRect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/>
                <a:t>.3</a:t>
              </a:r>
              <a:endParaRPr kumimoji="1" lang="ja-JP" altLang="en-US"/>
            </a:p>
          </p:txBody>
        </p:sp>
        <p:sp>
          <p:nvSpPr>
            <p:cNvPr id="136" name="角丸四角形 54">
              <a:extLst>
                <a:ext uri="{FF2B5EF4-FFF2-40B4-BE49-F238E27FC236}">
                  <a16:creationId xmlns:a16="http://schemas.microsoft.com/office/drawing/2014/main" id="{3A7612C2-2F51-3AE6-A02F-88B0ABA7DB51}"/>
                </a:ext>
              </a:extLst>
            </p:cNvPr>
            <p:cNvSpPr/>
            <p:nvPr/>
          </p:nvSpPr>
          <p:spPr>
            <a:xfrm>
              <a:off x="9285545" y="4309548"/>
              <a:ext cx="521758" cy="256212"/>
            </a:xfrm>
            <a:prstGeom prst="roundRect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/>
                <a:t>.4</a:t>
              </a:r>
              <a:endParaRPr kumimoji="1" lang="ja-JP" altLang="en-US"/>
            </a:p>
          </p:txBody>
        </p:sp>
        <p:cxnSp>
          <p:nvCxnSpPr>
            <p:cNvPr id="137" name="直線コネクタ 136">
              <a:extLst>
                <a:ext uri="{FF2B5EF4-FFF2-40B4-BE49-F238E27FC236}">
                  <a16:creationId xmlns:a16="http://schemas.microsoft.com/office/drawing/2014/main" id="{9CAB8049-464F-01A0-7F4F-E35316F0B427}"/>
                </a:ext>
              </a:extLst>
            </p:cNvPr>
            <p:cNvCxnSpPr>
              <a:cxnSpLocks/>
            </p:cNvCxnSpPr>
            <p:nvPr/>
          </p:nvCxnSpPr>
          <p:spPr>
            <a:xfrm>
              <a:off x="7656712" y="4200135"/>
              <a:ext cx="0" cy="11444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直線コネクタ 137">
              <a:extLst>
                <a:ext uri="{FF2B5EF4-FFF2-40B4-BE49-F238E27FC236}">
                  <a16:creationId xmlns:a16="http://schemas.microsoft.com/office/drawing/2014/main" id="{400A30FE-ED81-5920-C744-E653792B3021}"/>
                </a:ext>
              </a:extLst>
            </p:cNvPr>
            <p:cNvCxnSpPr>
              <a:cxnSpLocks/>
            </p:cNvCxnSpPr>
            <p:nvPr/>
          </p:nvCxnSpPr>
          <p:spPr>
            <a:xfrm>
              <a:off x="8284931" y="4200135"/>
              <a:ext cx="0" cy="11444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直線コネクタ 138">
              <a:extLst>
                <a:ext uri="{FF2B5EF4-FFF2-40B4-BE49-F238E27FC236}">
                  <a16:creationId xmlns:a16="http://schemas.microsoft.com/office/drawing/2014/main" id="{C23BDBC8-9F65-77A4-8E6E-0375E2296FE2}"/>
                </a:ext>
              </a:extLst>
            </p:cNvPr>
            <p:cNvCxnSpPr>
              <a:cxnSpLocks/>
            </p:cNvCxnSpPr>
            <p:nvPr/>
          </p:nvCxnSpPr>
          <p:spPr>
            <a:xfrm>
              <a:off x="8909013" y="4195099"/>
              <a:ext cx="0" cy="11444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直線コネクタ 139">
              <a:extLst>
                <a:ext uri="{FF2B5EF4-FFF2-40B4-BE49-F238E27FC236}">
                  <a16:creationId xmlns:a16="http://schemas.microsoft.com/office/drawing/2014/main" id="{B2C1D194-9294-4D4D-4F44-5DC00A2559A2}"/>
                </a:ext>
              </a:extLst>
            </p:cNvPr>
            <p:cNvCxnSpPr>
              <a:cxnSpLocks/>
            </p:cNvCxnSpPr>
            <p:nvPr/>
          </p:nvCxnSpPr>
          <p:spPr>
            <a:xfrm>
              <a:off x="9546196" y="4195099"/>
              <a:ext cx="0" cy="11444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1" name="グループ化 140">
            <a:extLst>
              <a:ext uri="{FF2B5EF4-FFF2-40B4-BE49-F238E27FC236}">
                <a16:creationId xmlns:a16="http://schemas.microsoft.com/office/drawing/2014/main" id="{6ABC0E3C-D36E-1147-3AAF-7F4612504C78}"/>
              </a:ext>
            </a:extLst>
          </p:cNvPr>
          <p:cNvGrpSpPr/>
          <p:nvPr/>
        </p:nvGrpSpPr>
        <p:grpSpPr>
          <a:xfrm>
            <a:off x="5609248" y="4041403"/>
            <a:ext cx="4976058" cy="610127"/>
            <a:chOff x="5936699" y="4687478"/>
            <a:chExt cx="4976058" cy="610127"/>
          </a:xfrm>
        </p:grpSpPr>
        <p:cxnSp>
          <p:nvCxnSpPr>
            <p:cNvPr id="142" name="直線コネクタ 141">
              <a:extLst>
                <a:ext uri="{FF2B5EF4-FFF2-40B4-BE49-F238E27FC236}">
                  <a16:creationId xmlns:a16="http://schemas.microsoft.com/office/drawing/2014/main" id="{E3F0791A-E81C-556E-C7A6-E68D3588247D}"/>
                </a:ext>
              </a:extLst>
            </p:cNvPr>
            <p:cNvCxnSpPr/>
            <p:nvPr/>
          </p:nvCxnSpPr>
          <p:spPr>
            <a:xfrm>
              <a:off x="5936699" y="4916639"/>
              <a:ext cx="4851400" cy="0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3" name="テキスト ボックス 142">
              <a:extLst>
                <a:ext uri="{FF2B5EF4-FFF2-40B4-BE49-F238E27FC236}">
                  <a16:creationId xmlns:a16="http://schemas.microsoft.com/office/drawing/2014/main" id="{5CC23868-3713-2FA4-D6CE-429F5993BC08}"/>
                </a:ext>
              </a:extLst>
            </p:cNvPr>
            <p:cNvSpPr txBox="1"/>
            <p:nvPr/>
          </p:nvSpPr>
          <p:spPr>
            <a:xfrm>
              <a:off x="8362399" y="4687478"/>
              <a:ext cx="248016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400" dirty="0"/>
                <a:t>VLAN50  192.168.50.254/24</a:t>
              </a:r>
              <a:endParaRPr kumimoji="1" lang="ja-JP" altLang="en-US" sz="1400"/>
            </a:p>
          </p:txBody>
        </p:sp>
        <p:sp>
          <p:nvSpPr>
            <p:cNvPr id="144" name="角丸四角形 62">
              <a:extLst>
                <a:ext uri="{FF2B5EF4-FFF2-40B4-BE49-F238E27FC236}">
                  <a16:creationId xmlns:a16="http://schemas.microsoft.com/office/drawing/2014/main" id="{C1A04F88-9914-B634-898F-846839B2E4A8}"/>
                </a:ext>
              </a:extLst>
            </p:cNvPr>
            <p:cNvSpPr/>
            <p:nvPr/>
          </p:nvSpPr>
          <p:spPr>
            <a:xfrm>
              <a:off x="5996685" y="5041393"/>
              <a:ext cx="521758" cy="256212"/>
            </a:xfrm>
            <a:prstGeom prst="roundRect">
              <a:avLst/>
            </a:prstGeom>
            <a:ln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/>
                <a:t>.1</a:t>
              </a:r>
              <a:endParaRPr kumimoji="1" lang="ja-JP" altLang="en-US"/>
            </a:p>
          </p:txBody>
        </p:sp>
        <p:sp>
          <p:nvSpPr>
            <p:cNvPr id="145" name="角丸四角形 63">
              <a:extLst>
                <a:ext uri="{FF2B5EF4-FFF2-40B4-BE49-F238E27FC236}">
                  <a16:creationId xmlns:a16="http://schemas.microsoft.com/office/drawing/2014/main" id="{BCC0D9B5-55BA-D9F1-36C2-C92345B4B652}"/>
                </a:ext>
              </a:extLst>
            </p:cNvPr>
            <p:cNvSpPr/>
            <p:nvPr/>
          </p:nvSpPr>
          <p:spPr>
            <a:xfrm>
              <a:off x="6626589" y="5041393"/>
              <a:ext cx="521758" cy="256212"/>
            </a:xfrm>
            <a:prstGeom prst="roundRect">
              <a:avLst/>
            </a:prstGeom>
            <a:ln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/>
                <a:t>.2</a:t>
              </a:r>
              <a:endParaRPr kumimoji="1" lang="ja-JP" altLang="en-US"/>
            </a:p>
          </p:txBody>
        </p:sp>
        <p:sp>
          <p:nvSpPr>
            <p:cNvPr id="146" name="角丸四角形 64">
              <a:extLst>
                <a:ext uri="{FF2B5EF4-FFF2-40B4-BE49-F238E27FC236}">
                  <a16:creationId xmlns:a16="http://schemas.microsoft.com/office/drawing/2014/main" id="{A39DA969-32F4-E98E-3380-F4C35CE707DE}"/>
                </a:ext>
              </a:extLst>
            </p:cNvPr>
            <p:cNvSpPr/>
            <p:nvPr/>
          </p:nvSpPr>
          <p:spPr>
            <a:xfrm>
              <a:off x="7256493" y="5036357"/>
              <a:ext cx="521758" cy="256212"/>
            </a:xfrm>
            <a:prstGeom prst="roundRect">
              <a:avLst/>
            </a:prstGeom>
            <a:ln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/>
                <a:t>.3</a:t>
              </a:r>
              <a:endParaRPr kumimoji="1" lang="ja-JP" altLang="en-US"/>
            </a:p>
          </p:txBody>
        </p:sp>
        <p:sp>
          <p:nvSpPr>
            <p:cNvPr id="147" name="角丸四角形 65">
              <a:extLst>
                <a:ext uri="{FF2B5EF4-FFF2-40B4-BE49-F238E27FC236}">
                  <a16:creationId xmlns:a16="http://schemas.microsoft.com/office/drawing/2014/main" id="{65A0EEA5-47EA-123A-94DF-A619D6558169}"/>
                </a:ext>
              </a:extLst>
            </p:cNvPr>
            <p:cNvSpPr/>
            <p:nvPr/>
          </p:nvSpPr>
          <p:spPr>
            <a:xfrm>
              <a:off x="7886397" y="5036357"/>
              <a:ext cx="521758" cy="256212"/>
            </a:xfrm>
            <a:prstGeom prst="roundRect">
              <a:avLst/>
            </a:prstGeom>
            <a:ln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/>
                <a:t>.4</a:t>
              </a:r>
              <a:endParaRPr kumimoji="1" lang="ja-JP" altLang="en-US"/>
            </a:p>
          </p:txBody>
        </p:sp>
        <p:cxnSp>
          <p:nvCxnSpPr>
            <p:cNvPr id="148" name="直線コネクタ 147">
              <a:extLst>
                <a:ext uri="{FF2B5EF4-FFF2-40B4-BE49-F238E27FC236}">
                  <a16:creationId xmlns:a16="http://schemas.microsoft.com/office/drawing/2014/main" id="{07D228FE-1302-9BDF-E275-1B80CB5F1B88}"/>
                </a:ext>
              </a:extLst>
            </p:cNvPr>
            <p:cNvCxnSpPr>
              <a:cxnSpLocks/>
            </p:cNvCxnSpPr>
            <p:nvPr/>
          </p:nvCxnSpPr>
          <p:spPr>
            <a:xfrm>
              <a:off x="6257564" y="4926944"/>
              <a:ext cx="0" cy="114449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直線コネクタ 148">
              <a:extLst>
                <a:ext uri="{FF2B5EF4-FFF2-40B4-BE49-F238E27FC236}">
                  <a16:creationId xmlns:a16="http://schemas.microsoft.com/office/drawing/2014/main" id="{E024800C-9F29-1C96-565F-1ED39C5861C8}"/>
                </a:ext>
              </a:extLst>
            </p:cNvPr>
            <p:cNvCxnSpPr>
              <a:cxnSpLocks/>
            </p:cNvCxnSpPr>
            <p:nvPr/>
          </p:nvCxnSpPr>
          <p:spPr>
            <a:xfrm>
              <a:off x="6885783" y="4926944"/>
              <a:ext cx="0" cy="114449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直線コネクタ 149">
              <a:extLst>
                <a:ext uri="{FF2B5EF4-FFF2-40B4-BE49-F238E27FC236}">
                  <a16:creationId xmlns:a16="http://schemas.microsoft.com/office/drawing/2014/main" id="{DF7D9842-7F8C-0D32-7EBE-B1F038928F48}"/>
                </a:ext>
              </a:extLst>
            </p:cNvPr>
            <p:cNvCxnSpPr>
              <a:cxnSpLocks/>
            </p:cNvCxnSpPr>
            <p:nvPr/>
          </p:nvCxnSpPr>
          <p:spPr>
            <a:xfrm>
              <a:off x="7509865" y="4921908"/>
              <a:ext cx="0" cy="114449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直線コネクタ 150">
              <a:extLst>
                <a:ext uri="{FF2B5EF4-FFF2-40B4-BE49-F238E27FC236}">
                  <a16:creationId xmlns:a16="http://schemas.microsoft.com/office/drawing/2014/main" id="{9362A604-5D64-20EE-9599-592B22AC23AA}"/>
                </a:ext>
              </a:extLst>
            </p:cNvPr>
            <p:cNvCxnSpPr>
              <a:cxnSpLocks/>
            </p:cNvCxnSpPr>
            <p:nvPr/>
          </p:nvCxnSpPr>
          <p:spPr>
            <a:xfrm>
              <a:off x="8147048" y="4921908"/>
              <a:ext cx="0" cy="114449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2" name="角丸四角形 70">
              <a:extLst>
                <a:ext uri="{FF2B5EF4-FFF2-40B4-BE49-F238E27FC236}">
                  <a16:creationId xmlns:a16="http://schemas.microsoft.com/office/drawing/2014/main" id="{11A17033-9D52-24F1-DD01-91D772A89FBF}"/>
                </a:ext>
              </a:extLst>
            </p:cNvPr>
            <p:cNvSpPr/>
            <p:nvPr/>
          </p:nvSpPr>
          <p:spPr>
            <a:xfrm>
              <a:off x="8501287" y="5036357"/>
              <a:ext cx="521758" cy="256212"/>
            </a:xfrm>
            <a:prstGeom prst="roundRect">
              <a:avLst/>
            </a:prstGeom>
            <a:ln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/>
                <a:t>.5</a:t>
              </a:r>
              <a:endParaRPr kumimoji="1" lang="ja-JP" altLang="en-US"/>
            </a:p>
          </p:txBody>
        </p:sp>
        <p:sp>
          <p:nvSpPr>
            <p:cNvPr id="153" name="角丸四角形 71">
              <a:extLst>
                <a:ext uri="{FF2B5EF4-FFF2-40B4-BE49-F238E27FC236}">
                  <a16:creationId xmlns:a16="http://schemas.microsoft.com/office/drawing/2014/main" id="{690C8BF5-3ADB-28F2-6ECD-DAA545CBF5B9}"/>
                </a:ext>
              </a:extLst>
            </p:cNvPr>
            <p:cNvSpPr/>
            <p:nvPr/>
          </p:nvSpPr>
          <p:spPr>
            <a:xfrm>
              <a:off x="9131191" y="5036357"/>
              <a:ext cx="521758" cy="256212"/>
            </a:xfrm>
            <a:prstGeom prst="roundRect">
              <a:avLst/>
            </a:prstGeom>
            <a:ln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/>
                <a:t>.6</a:t>
              </a:r>
              <a:endParaRPr kumimoji="1" lang="ja-JP" altLang="en-US"/>
            </a:p>
          </p:txBody>
        </p:sp>
        <p:sp>
          <p:nvSpPr>
            <p:cNvPr id="154" name="角丸四角形 72">
              <a:extLst>
                <a:ext uri="{FF2B5EF4-FFF2-40B4-BE49-F238E27FC236}">
                  <a16:creationId xmlns:a16="http://schemas.microsoft.com/office/drawing/2014/main" id="{52F0B45A-800C-22B4-058A-EA6C85670B34}"/>
                </a:ext>
              </a:extLst>
            </p:cNvPr>
            <p:cNvSpPr/>
            <p:nvPr/>
          </p:nvSpPr>
          <p:spPr>
            <a:xfrm>
              <a:off x="9761095" y="5031321"/>
              <a:ext cx="521758" cy="256212"/>
            </a:xfrm>
            <a:prstGeom prst="roundRect">
              <a:avLst/>
            </a:prstGeom>
            <a:ln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/>
                <a:t>.7</a:t>
              </a:r>
              <a:endParaRPr kumimoji="1" lang="ja-JP" altLang="en-US"/>
            </a:p>
          </p:txBody>
        </p:sp>
        <p:sp>
          <p:nvSpPr>
            <p:cNvPr id="155" name="角丸四角形 73">
              <a:extLst>
                <a:ext uri="{FF2B5EF4-FFF2-40B4-BE49-F238E27FC236}">
                  <a16:creationId xmlns:a16="http://schemas.microsoft.com/office/drawing/2014/main" id="{714F7363-B4DF-AE9B-1B52-04A3FB8CB590}"/>
                </a:ext>
              </a:extLst>
            </p:cNvPr>
            <p:cNvSpPr/>
            <p:nvPr/>
          </p:nvSpPr>
          <p:spPr>
            <a:xfrm>
              <a:off x="10390999" y="5031321"/>
              <a:ext cx="521758" cy="256212"/>
            </a:xfrm>
            <a:prstGeom prst="roundRect">
              <a:avLst/>
            </a:prstGeom>
            <a:ln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/>
                <a:t>.8</a:t>
              </a:r>
              <a:endParaRPr kumimoji="1" lang="ja-JP" altLang="en-US"/>
            </a:p>
          </p:txBody>
        </p:sp>
        <p:cxnSp>
          <p:nvCxnSpPr>
            <p:cNvPr id="156" name="直線コネクタ 155">
              <a:extLst>
                <a:ext uri="{FF2B5EF4-FFF2-40B4-BE49-F238E27FC236}">
                  <a16:creationId xmlns:a16="http://schemas.microsoft.com/office/drawing/2014/main" id="{DAC0DC20-EBD1-8622-DBED-EA016A94BE37}"/>
                </a:ext>
              </a:extLst>
            </p:cNvPr>
            <p:cNvCxnSpPr>
              <a:cxnSpLocks/>
            </p:cNvCxnSpPr>
            <p:nvPr/>
          </p:nvCxnSpPr>
          <p:spPr>
            <a:xfrm>
              <a:off x="8762166" y="4921908"/>
              <a:ext cx="0" cy="114449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直線コネクタ 156">
              <a:extLst>
                <a:ext uri="{FF2B5EF4-FFF2-40B4-BE49-F238E27FC236}">
                  <a16:creationId xmlns:a16="http://schemas.microsoft.com/office/drawing/2014/main" id="{B3006A4A-1150-2C38-1EC3-597A018DAAC1}"/>
                </a:ext>
              </a:extLst>
            </p:cNvPr>
            <p:cNvCxnSpPr>
              <a:cxnSpLocks/>
            </p:cNvCxnSpPr>
            <p:nvPr/>
          </p:nvCxnSpPr>
          <p:spPr>
            <a:xfrm>
              <a:off x="9390385" y="4921908"/>
              <a:ext cx="0" cy="114449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直線コネクタ 157">
              <a:extLst>
                <a:ext uri="{FF2B5EF4-FFF2-40B4-BE49-F238E27FC236}">
                  <a16:creationId xmlns:a16="http://schemas.microsoft.com/office/drawing/2014/main" id="{8783CD07-89A5-F2AC-E366-6E05A85A69B0}"/>
                </a:ext>
              </a:extLst>
            </p:cNvPr>
            <p:cNvCxnSpPr>
              <a:cxnSpLocks/>
            </p:cNvCxnSpPr>
            <p:nvPr/>
          </p:nvCxnSpPr>
          <p:spPr>
            <a:xfrm>
              <a:off x="10014467" y="4916872"/>
              <a:ext cx="0" cy="114449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直線コネクタ 158">
              <a:extLst>
                <a:ext uri="{FF2B5EF4-FFF2-40B4-BE49-F238E27FC236}">
                  <a16:creationId xmlns:a16="http://schemas.microsoft.com/office/drawing/2014/main" id="{39C8FF2B-6726-7C15-4AC7-5FF133BA52B7}"/>
                </a:ext>
              </a:extLst>
            </p:cNvPr>
            <p:cNvCxnSpPr>
              <a:cxnSpLocks/>
            </p:cNvCxnSpPr>
            <p:nvPr/>
          </p:nvCxnSpPr>
          <p:spPr>
            <a:xfrm>
              <a:off x="10651650" y="4916872"/>
              <a:ext cx="0" cy="114449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0" name="角丸四角形 78">
            <a:extLst>
              <a:ext uri="{FF2B5EF4-FFF2-40B4-BE49-F238E27FC236}">
                <a16:creationId xmlns:a16="http://schemas.microsoft.com/office/drawing/2014/main" id="{453BB541-E612-2537-965E-BC7984CFEDBF}"/>
              </a:ext>
            </a:extLst>
          </p:cNvPr>
          <p:cNvSpPr/>
          <p:nvPr/>
        </p:nvSpPr>
        <p:spPr>
          <a:xfrm>
            <a:off x="8506263" y="2045975"/>
            <a:ext cx="1100774" cy="506706"/>
          </a:xfrm>
          <a:prstGeom prst="roundRect">
            <a:avLst/>
          </a:prstGeom>
          <a:ln>
            <a:solidFill>
              <a:srgbClr val="FF0000"/>
            </a:solidFill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200" dirty="0"/>
              <a:t>Mail</a:t>
            </a:r>
          </a:p>
        </p:txBody>
      </p:sp>
      <p:cxnSp>
        <p:nvCxnSpPr>
          <p:cNvPr id="161" name="直線コネクタ 160">
            <a:extLst>
              <a:ext uri="{FF2B5EF4-FFF2-40B4-BE49-F238E27FC236}">
                <a16:creationId xmlns:a16="http://schemas.microsoft.com/office/drawing/2014/main" id="{E42BA587-EA59-AC7F-1E1A-D4749DF6A61D}"/>
              </a:ext>
            </a:extLst>
          </p:cNvPr>
          <p:cNvCxnSpPr>
            <a:cxnSpLocks/>
            <a:endCxn id="160" idx="0"/>
          </p:cNvCxnSpPr>
          <p:nvPr/>
        </p:nvCxnSpPr>
        <p:spPr>
          <a:xfrm>
            <a:off x="9056650" y="1785319"/>
            <a:ext cx="0" cy="26065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2" name="角丸四角形 80">
            <a:extLst>
              <a:ext uri="{FF2B5EF4-FFF2-40B4-BE49-F238E27FC236}">
                <a16:creationId xmlns:a16="http://schemas.microsoft.com/office/drawing/2014/main" id="{591D9DEF-B189-BD78-AE49-ACBE1A78A74F}"/>
              </a:ext>
            </a:extLst>
          </p:cNvPr>
          <p:cNvSpPr/>
          <p:nvPr/>
        </p:nvSpPr>
        <p:spPr>
          <a:xfrm>
            <a:off x="4274123" y="4758157"/>
            <a:ext cx="1100774" cy="598592"/>
          </a:xfrm>
          <a:prstGeom prst="roundRect">
            <a:avLst/>
          </a:prstGeom>
          <a:ln>
            <a:solidFill>
              <a:schemeClr val="accent3"/>
            </a:solidFill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/>
              <a:t>File Share</a:t>
            </a:r>
          </a:p>
          <a:p>
            <a:pPr algn="ctr"/>
            <a:r>
              <a:rPr lang="en-US" altLang="ja-JP" sz="1200" dirty="0"/>
              <a:t>.2</a:t>
            </a:r>
            <a:endParaRPr kumimoji="1" lang="en-US" altLang="ja-JP" sz="1200" dirty="0"/>
          </a:p>
        </p:txBody>
      </p:sp>
      <p:cxnSp>
        <p:nvCxnSpPr>
          <p:cNvPr id="163" name="直線コネクタ 162">
            <a:extLst>
              <a:ext uri="{FF2B5EF4-FFF2-40B4-BE49-F238E27FC236}">
                <a16:creationId xmlns:a16="http://schemas.microsoft.com/office/drawing/2014/main" id="{303F0F54-E762-7E1D-4CB6-5562F790E1AA}"/>
              </a:ext>
            </a:extLst>
          </p:cNvPr>
          <p:cNvCxnSpPr>
            <a:cxnSpLocks/>
            <a:endCxn id="162" idx="0"/>
          </p:cNvCxnSpPr>
          <p:nvPr/>
        </p:nvCxnSpPr>
        <p:spPr>
          <a:xfrm>
            <a:off x="4824510" y="4497501"/>
            <a:ext cx="0" cy="260656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直線コネクタ 163">
            <a:extLst>
              <a:ext uri="{FF2B5EF4-FFF2-40B4-BE49-F238E27FC236}">
                <a16:creationId xmlns:a16="http://schemas.microsoft.com/office/drawing/2014/main" id="{9A69A55B-964F-BEF9-059D-CAD5052A04C4}"/>
              </a:ext>
            </a:extLst>
          </p:cNvPr>
          <p:cNvCxnSpPr>
            <a:cxnSpLocks/>
            <a:stCxn id="96" idx="3"/>
          </p:cNvCxnSpPr>
          <p:nvPr/>
        </p:nvCxnSpPr>
        <p:spPr>
          <a:xfrm>
            <a:off x="6431347" y="1783924"/>
            <a:ext cx="405207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5" name="テキスト ボックス 164">
            <a:extLst>
              <a:ext uri="{FF2B5EF4-FFF2-40B4-BE49-F238E27FC236}">
                <a16:creationId xmlns:a16="http://schemas.microsoft.com/office/drawing/2014/main" id="{9A0069B4-984F-A4F6-F89F-D09ACC101420}"/>
              </a:ext>
            </a:extLst>
          </p:cNvPr>
          <p:cNvSpPr txBox="1"/>
          <p:nvPr/>
        </p:nvSpPr>
        <p:spPr>
          <a:xfrm>
            <a:off x="6975346" y="1781308"/>
            <a:ext cx="9973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133.x.y.12</a:t>
            </a:r>
            <a:endParaRPr kumimoji="1" lang="ja-JP" altLang="en-US" sz="1400"/>
          </a:p>
        </p:txBody>
      </p:sp>
      <p:sp>
        <p:nvSpPr>
          <p:cNvPr id="166" name="テキスト ボックス 165">
            <a:extLst>
              <a:ext uri="{FF2B5EF4-FFF2-40B4-BE49-F238E27FC236}">
                <a16:creationId xmlns:a16="http://schemas.microsoft.com/office/drawing/2014/main" id="{62284FB3-5BBC-3296-ACB9-81CA095F8F28}"/>
              </a:ext>
            </a:extLst>
          </p:cNvPr>
          <p:cNvSpPr txBox="1"/>
          <p:nvPr/>
        </p:nvSpPr>
        <p:spPr>
          <a:xfrm>
            <a:off x="9028021" y="1785000"/>
            <a:ext cx="9973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133.x.y.13</a:t>
            </a:r>
            <a:endParaRPr kumimoji="1" lang="ja-JP" altLang="en-US" sz="1400"/>
          </a:p>
        </p:txBody>
      </p:sp>
      <p:sp>
        <p:nvSpPr>
          <p:cNvPr id="167" name="テキスト ボックス 166">
            <a:extLst>
              <a:ext uri="{FF2B5EF4-FFF2-40B4-BE49-F238E27FC236}">
                <a16:creationId xmlns:a16="http://schemas.microsoft.com/office/drawing/2014/main" id="{12949D2D-8EB2-751F-7C8C-7B5CC0600980}"/>
              </a:ext>
            </a:extLst>
          </p:cNvPr>
          <p:cNvSpPr txBox="1"/>
          <p:nvPr/>
        </p:nvSpPr>
        <p:spPr>
          <a:xfrm>
            <a:off x="9223521" y="1529183"/>
            <a:ext cx="593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DMZ</a:t>
            </a:r>
            <a:endParaRPr kumimoji="1" lang="ja-JP" altLang="en-US" sz="1400"/>
          </a:p>
        </p:txBody>
      </p:sp>
    </p:spTree>
    <p:extLst>
      <p:ext uri="{BB962C8B-B14F-4D97-AF65-F5344CB8AC3E}">
        <p14:creationId xmlns:p14="http://schemas.microsoft.com/office/powerpoint/2010/main" val="1379782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F6E6950-A1B2-76E7-0D3A-A553711EC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2. Segment List</a:t>
            </a:r>
            <a:endParaRPr kumimoji="1" lang="ja-JP" altLang="en-US" dirty="0"/>
          </a:p>
        </p:txBody>
      </p:sp>
      <p:graphicFrame>
        <p:nvGraphicFramePr>
          <p:cNvPr id="4" name="コンテンツ プレースホルダー 3">
            <a:extLst>
              <a:ext uri="{FF2B5EF4-FFF2-40B4-BE49-F238E27FC236}">
                <a16:creationId xmlns:a16="http://schemas.microsoft.com/office/drawing/2014/main" id="{7ECB85AA-6210-6D29-A53A-C2FB965890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0200831"/>
              </p:ext>
            </p:extLst>
          </p:nvPr>
        </p:nvGraphicFramePr>
        <p:xfrm>
          <a:off x="838200" y="1825625"/>
          <a:ext cx="10515600" cy="350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81440231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97936080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08928739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1423316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Segment Name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Department/Purpose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Subnet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Typical Hosts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60669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VLAN10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General Affairs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192.168.10.0/24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4 client terminals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56877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VLAN20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Accounting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192.168.20.0/24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4 client terminals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72181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VLAN30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Sales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192.168.30.0/24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4 client terminals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20771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VLAN40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IT Support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192.168.40.0/24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4 client terminals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71616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VLAN50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Development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192.168.50.0/24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8 client terminals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59162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VLAN100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Internal Services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192.168.100.0/24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Active Directory, </a:t>
                      </a:r>
                      <a:br>
                        <a:rPr lang="en-US" altLang="ja-JP" dirty="0"/>
                      </a:br>
                      <a:r>
                        <a:rPr lang="en-US" altLang="ja-JP" dirty="0"/>
                        <a:t>File Share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18484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DMZ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Public-facing Service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/>
                        <a:t>133.x.y.0/24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Web Server, </a:t>
                      </a:r>
                      <a:br>
                        <a:rPr lang="en-US" altLang="ja-JP" dirty="0"/>
                      </a:br>
                      <a:r>
                        <a:rPr lang="en-US" altLang="ja-JP" dirty="0"/>
                        <a:t>Mail Server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9016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78151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717ACB9-5506-5590-346C-5780BF65E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3. User List(Part 1)</a:t>
            </a:r>
            <a:endParaRPr kumimoji="1" lang="ja-JP" altLang="en-US" dirty="0"/>
          </a:p>
        </p:txBody>
      </p:sp>
      <p:graphicFrame>
        <p:nvGraphicFramePr>
          <p:cNvPr id="7" name="表 6">
            <a:extLst>
              <a:ext uri="{FF2B5EF4-FFF2-40B4-BE49-F238E27FC236}">
                <a16:creationId xmlns:a16="http://schemas.microsoft.com/office/drawing/2014/main" id="{05619DCE-6E35-A11B-CD88-E6F43AD672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50705"/>
              </p:ext>
            </p:extLst>
          </p:nvPr>
        </p:nvGraphicFramePr>
        <p:xfrm>
          <a:off x="1031068" y="1346280"/>
          <a:ext cx="9935410" cy="509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6721">
                  <a:extLst>
                    <a:ext uri="{9D8B030D-6E8A-4147-A177-3AD203B41FA5}">
                      <a16:colId xmlns:a16="http://schemas.microsoft.com/office/drawing/2014/main" val="1546699618"/>
                    </a:ext>
                  </a:extLst>
                </a:gridCol>
                <a:gridCol w="2785007">
                  <a:extLst>
                    <a:ext uri="{9D8B030D-6E8A-4147-A177-3AD203B41FA5}">
                      <a16:colId xmlns:a16="http://schemas.microsoft.com/office/drawing/2014/main" val="342041536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303871707"/>
                    </a:ext>
                  </a:extLst>
                </a:gridCol>
                <a:gridCol w="1674699">
                  <a:extLst>
                    <a:ext uri="{9D8B030D-6E8A-4147-A177-3AD203B41FA5}">
                      <a16:colId xmlns:a16="http://schemas.microsoft.com/office/drawing/2014/main" val="1394136976"/>
                    </a:ext>
                  </a:extLst>
                </a:gridCol>
                <a:gridCol w="1710183">
                  <a:extLst>
                    <a:ext uri="{9D8B030D-6E8A-4147-A177-3AD203B41FA5}">
                      <a16:colId xmlns:a16="http://schemas.microsoft.com/office/drawing/2014/main" val="35580657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Name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Position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Department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Assigned Hostname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IP Address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08625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Aiko Tanaka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General </a:t>
                      </a:r>
                      <a:r>
                        <a:rPr kumimoji="1" lang="en-US" altLang="ja-JP" dirty="0"/>
                        <a:t>Affairs Staff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General Affairs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GA-PC-01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192.168.10.1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63742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Kenji Sato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dirty="0"/>
                        <a:t>General </a:t>
                      </a:r>
                      <a:r>
                        <a:rPr kumimoji="1" lang="en-US" altLang="ja-JP" dirty="0"/>
                        <a:t>Affairs Staff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dirty="0"/>
                        <a:t>General Affairs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GA-PC-02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192.168.10.2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5647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ja-JP" dirty="0"/>
                        <a:t>Yui Nakamura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dirty="0"/>
                        <a:t>General Affairs Manager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dirty="0"/>
                        <a:t>General Affairs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GA-PC-03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192.168.10.3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5836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ja-JP" dirty="0"/>
                        <a:t>Haruto Suzuki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dirty="0"/>
                        <a:t>General </a:t>
                      </a:r>
                      <a:r>
                        <a:rPr kumimoji="1" lang="en-US" altLang="ja-JP" dirty="0"/>
                        <a:t>Affairs Staff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dirty="0"/>
                        <a:t>General Affairs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GA-PC-04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192.168.10.4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45844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ja-JP" dirty="0"/>
                        <a:t>Mei Kobayashi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dirty="0"/>
                        <a:t>Accounting Staff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Accounting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ACC-PC-01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192.168.20.1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4663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ja-JP" dirty="0"/>
                        <a:t>Takumi Ito</a:t>
                      </a:r>
                      <a:endParaRPr kumimoji="1" lang="ja-JP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dirty="0"/>
                        <a:t>Accounting Staff</a:t>
                      </a:r>
                      <a:endParaRPr kumimoji="1" lang="ja-JP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Accounting</a:t>
                      </a:r>
                      <a:endParaRPr kumimoji="1" lang="ja-JP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ACC-PC-02</a:t>
                      </a:r>
                      <a:endParaRPr kumimoji="1" lang="ja-JP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192.168.20.2</a:t>
                      </a:r>
                      <a:endParaRPr kumimoji="1" lang="ja-JP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10398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ja-JP" dirty="0"/>
                        <a:t>Rina Yamamoto</a:t>
                      </a:r>
                      <a:endParaRPr kumimoji="1" lang="ja-JP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dirty="0"/>
                        <a:t>Accounting Manager</a:t>
                      </a:r>
                      <a:endParaRPr kumimoji="1" lang="ja-JP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Accounting</a:t>
                      </a:r>
                      <a:endParaRPr kumimoji="1" lang="ja-JP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ACC-PC-03</a:t>
                      </a:r>
                      <a:endParaRPr kumimoji="1" lang="ja-JP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192.168.20.3</a:t>
                      </a:r>
                      <a:endParaRPr kumimoji="1" lang="ja-JP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57206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ja-JP" dirty="0"/>
                        <a:t>Sora Watanabe</a:t>
                      </a:r>
                      <a:endParaRPr kumimoji="1" lang="ja-JP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dirty="0"/>
                        <a:t>Accounting Staff</a:t>
                      </a:r>
                      <a:endParaRPr kumimoji="1" lang="ja-JP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Accounting</a:t>
                      </a:r>
                      <a:endParaRPr kumimoji="1" lang="ja-JP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ACC-PC-04</a:t>
                      </a:r>
                      <a:endParaRPr kumimoji="1" lang="ja-JP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192.168.20.4</a:t>
                      </a:r>
                      <a:endParaRPr kumimoji="1" lang="ja-JP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01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ja-JP" dirty="0"/>
                        <a:t>Alice Mori</a:t>
                      </a:r>
                      <a:endParaRPr kumimoji="1" lang="ja-JP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dirty="0"/>
                        <a:t>Sales Staff</a:t>
                      </a:r>
                      <a:endParaRPr kumimoji="1" lang="ja-JP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Sales</a:t>
                      </a:r>
                      <a:endParaRPr kumimoji="1" lang="ja-JP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SALES-PC-01</a:t>
                      </a:r>
                      <a:endParaRPr kumimoji="1" lang="ja-JP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192.168.30.1</a:t>
                      </a:r>
                      <a:endParaRPr kumimoji="1" lang="ja-JP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5586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ja-JP" dirty="0"/>
                        <a:t>Daichi Kato</a:t>
                      </a:r>
                      <a:endParaRPr kumimoji="1" lang="ja-JP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dirty="0"/>
                        <a:t>Sales Staff</a:t>
                      </a:r>
                      <a:endParaRPr kumimoji="1" lang="ja-JP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Sales</a:t>
                      </a:r>
                      <a:endParaRPr kumimoji="1" lang="ja-JP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SALES-PC-02</a:t>
                      </a:r>
                      <a:endParaRPr kumimoji="1" lang="ja-JP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192.168.30.2</a:t>
                      </a:r>
                      <a:endParaRPr kumimoji="1" lang="ja-JP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15109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ja-JP" dirty="0"/>
                        <a:t>Emi Fujita</a:t>
                      </a:r>
                      <a:endParaRPr kumimoji="1" lang="ja-JP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dirty="0"/>
                        <a:t>Sales Manager</a:t>
                      </a:r>
                      <a:endParaRPr kumimoji="1" lang="ja-JP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Sales</a:t>
                      </a:r>
                      <a:endParaRPr kumimoji="1" lang="ja-JP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SALES-PC-03</a:t>
                      </a:r>
                      <a:endParaRPr kumimoji="1" lang="ja-JP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192.168.30.3</a:t>
                      </a:r>
                      <a:endParaRPr kumimoji="1" lang="ja-JP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7283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ja-JP" dirty="0"/>
                        <a:t>Nozomi Abe</a:t>
                      </a:r>
                      <a:endParaRPr kumimoji="1" lang="ja-JP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dirty="0"/>
                        <a:t>Sales Staff</a:t>
                      </a:r>
                      <a:endParaRPr kumimoji="1" lang="ja-JP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Sales</a:t>
                      </a:r>
                      <a:endParaRPr kumimoji="1" lang="ja-JP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SALES-PC-04</a:t>
                      </a:r>
                      <a:endParaRPr kumimoji="1" lang="ja-JP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192.168.30.4</a:t>
                      </a:r>
                      <a:endParaRPr kumimoji="1" lang="ja-JP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11123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71306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A1DCA-A9DB-6A0E-0B45-3F8EAD9F0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6E5A61B-FF26-2BA5-E4CC-1155B9F82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3. User List(Part 2)</a:t>
            </a:r>
            <a:endParaRPr kumimoji="1" lang="ja-JP" altLang="en-US" dirty="0"/>
          </a:p>
        </p:txBody>
      </p:sp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2E9D3C5B-9FE7-A360-8AF7-EE2C3449A2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0748252"/>
              </p:ext>
            </p:extLst>
          </p:nvPr>
        </p:nvGraphicFramePr>
        <p:xfrm>
          <a:off x="1031068" y="1346280"/>
          <a:ext cx="9935410" cy="509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6721">
                  <a:extLst>
                    <a:ext uri="{9D8B030D-6E8A-4147-A177-3AD203B41FA5}">
                      <a16:colId xmlns:a16="http://schemas.microsoft.com/office/drawing/2014/main" val="1546699618"/>
                    </a:ext>
                  </a:extLst>
                </a:gridCol>
                <a:gridCol w="2785007">
                  <a:extLst>
                    <a:ext uri="{9D8B030D-6E8A-4147-A177-3AD203B41FA5}">
                      <a16:colId xmlns:a16="http://schemas.microsoft.com/office/drawing/2014/main" val="342041536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303871707"/>
                    </a:ext>
                  </a:extLst>
                </a:gridCol>
                <a:gridCol w="1674699">
                  <a:extLst>
                    <a:ext uri="{9D8B030D-6E8A-4147-A177-3AD203B41FA5}">
                      <a16:colId xmlns:a16="http://schemas.microsoft.com/office/drawing/2014/main" val="1394136976"/>
                    </a:ext>
                  </a:extLst>
                </a:gridCol>
                <a:gridCol w="1710183">
                  <a:extLst>
                    <a:ext uri="{9D8B030D-6E8A-4147-A177-3AD203B41FA5}">
                      <a16:colId xmlns:a16="http://schemas.microsoft.com/office/drawing/2014/main" val="35580657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Name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Position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Department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Assigned Hostname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IP Address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08625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ja-JP" dirty="0"/>
                        <a:t>Taro Okamoto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IT Administrator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IT Support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IT-PC-01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192.168.40.1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91397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ja-JP" dirty="0"/>
                        <a:t>Miki Shimizu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IT Support Staff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IT Support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IT-PC-02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192.168.40.2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60843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ja-JP" dirty="0"/>
                        <a:t>Ren Hayashi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IT Support Staff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IT Support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IT-PC-03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192.168.40.3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03908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ja-JP" dirty="0"/>
                        <a:t>Kaori Ishikawa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IT Support Staff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IT Support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IT-PC-04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192.168.40.4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4051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ja-JP" dirty="0"/>
                        <a:t>Yuta Nakajima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Developer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Development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DEV-PC-01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192.168.50.1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66544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ja-JP" dirty="0"/>
                        <a:t>Hina Ueda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Developer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Development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DEV-PC-02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192.168.50.2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7527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ja-JP" dirty="0"/>
                        <a:t>Kenta Arai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Senior Developer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Development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DEV-PC-03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192.168.50.3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3246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ja-JP" dirty="0"/>
                        <a:t>Nao Takahashi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Developer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Development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DEV-PC-04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192.168.50.4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97143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ja-JP" dirty="0"/>
                        <a:t>Riku Matsuda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Developer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Development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DEV-PC-05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192.168.50.5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36195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ja-JP" dirty="0"/>
                        <a:t>Ayaka Inoue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QA Engineer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Development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DEV-PC-06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192.168.50.6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34667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ja-JP" dirty="0"/>
                        <a:t>Shun Hoshino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Development Manager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Development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DEV-PC-07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192.168.50.7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98750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ja-JP" dirty="0"/>
                        <a:t>Mina Kikuchi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Developer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Development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DEV-PC-08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192.168.50.8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88577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0286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37F5A23-F769-9722-B5B6-D2C73A978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4. Server List</a:t>
            </a:r>
            <a:endParaRPr kumimoji="1" lang="ja-JP" altLang="en-US" dirty="0"/>
          </a:p>
        </p:txBody>
      </p:sp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815165AC-E044-1904-41A1-A22FF80B3A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1649115"/>
              </p:ext>
            </p:extLst>
          </p:nvPr>
        </p:nvGraphicFramePr>
        <p:xfrm>
          <a:off x="609600" y="1331495"/>
          <a:ext cx="11309684" cy="53069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8379">
                  <a:extLst>
                    <a:ext uri="{9D8B030D-6E8A-4147-A177-3AD203B41FA5}">
                      <a16:colId xmlns:a16="http://schemas.microsoft.com/office/drawing/2014/main" val="1401426402"/>
                    </a:ext>
                  </a:extLst>
                </a:gridCol>
                <a:gridCol w="1652336">
                  <a:extLst>
                    <a:ext uri="{9D8B030D-6E8A-4147-A177-3AD203B41FA5}">
                      <a16:colId xmlns:a16="http://schemas.microsoft.com/office/drawing/2014/main" val="1601852067"/>
                    </a:ext>
                  </a:extLst>
                </a:gridCol>
                <a:gridCol w="1251285">
                  <a:extLst>
                    <a:ext uri="{9D8B030D-6E8A-4147-A177-3AD203B41FA5}">
                      <a16:colId xmlns:a16="http://schemas.microsoft.com/office/drawing/2014/main" val="21117439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996527450"/>
                    </a:ext>
                  </a:extLst>
                </a:gridCol>
                <a:gridCol w="1475873">
                  <a:extLst>
                    <a:ext uri="{9D8B030D-6E8A-4147-A177-3AD203B41FA5}">
                      <a16:colId xmlns:a16="http://schemas.microsoft.com/office/drawing/2014/main" val="1994583832"/>
                    </a:ext>
                  </a:extLst>
                </a:gridCol>
                <a:gridCol w="1710066">
                  <a:extLst>
                    <a:ext uri="{9D8B030D-6E8A-4147-A177-3AD203B41FA5}">
                      <a16:colId xmlns:a16="http://schemas.microsoft.com/office/drawing/2014/main" val="2373957493"/>
                    </a:ext>
                  </a:extLst>
                </a:gridCol>
                <a:gridCol w="1176778">
                  <a:extLst>
                    <a:ext uri="{9D8B030D-6E8A-4147-A177-3AD203B41FA5}">
                      <a16:colId xmlns:a16="http://schemas.microsoft.com/office/drawing/2014/main" val="3827902955"/>
                    </a:ext>
                  </a:extLst>
                </a:gridCol>
                <a:gridCol w="1155767">
                  <a:extLst>
                    <a:ext uri="{9D8B030D-6E8A-4147-A177-3AD203B41FA5}">
                      <a16:colId xmlns:a16="http://schemas.microsoft.com/office/drawing/2014/main" val="1523845202"/>
                    </a:ext>
                  </a:extLst>
                </a:gridCol>
              </a:tblGrid>
              <a:tr h="624283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Server Name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IP Address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Segment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Purpose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OS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Application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Open Ports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Publicly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7568403"/>
                  </a:ext>
                </a:extLst>
              </a:tr>
              <a:tr h="1159382">
                <a:tc>
                  <a:txBody>
                    <a:bodyPr/>
                    <a:lstStyle/>
                    <a:p>
                      <a:r>
                        <a:rPr lang="en-US" altLang="ja-JP" dirty="0"/>
                        <a:t>AD-SRV-01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192.168.100.1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VLAN100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Active Directory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Windows Server 2019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Active Directory Domain Services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53, 88, 135, 389, 445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No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124918"/>
                  </a:ext>
                </a:extLst>
              </a:tr>
              <a:tr h="1159382">
                <a:tc>
                  <a:txBody>
                    <a:bodyPr/>
                    <a:lstStyle/>
                    <a:p>
                      <a:r>
                        <a:rPr lang="en-US" altLang="ja-JP" dirty="0"/>
                        <a:t>FILE-SRV-01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192.168.100.2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VLAN100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File Sharing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Ubuntu Server 24.04.3 LTS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SMB / File Share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22, 139, 445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No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00411"/>
                  </a:ext>
                </a:extLst>
              </a:tr>
              <a:tr h="1159382">
                <a:tc>
                  <a:txBody>
                    <a:bodyPr/>
                    <a:lstStyle/>
                    <a:p>
                      <a:r>
                        <a:rPr lang="en-US" altLang="ja-JP" dirty="0"/>
                        <a:t>WEB-SRV-01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133.x.y.12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DMZ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Public Web Service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Ubuntu Server 24.04.3 LTS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Apache or Nginx Web Server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80, 443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Yes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253822"/>
                  </a:ext>
                </a:extLst>
              </a:tr>
              <a:tr h="1159382">
                <a:tc>
                  <a:txBody>
                    <a:bodyPr/>
                    <a:lstStyle/>
                    <a:p>
                      <a:r>
                        <a:rPr lang="en-US" altLang="ja-JP" dirty="0"/>
                        <a:t>MAIL-SRV-01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dirty="0"/>
                        <a:t>133.x.y.13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DMZ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Mail Service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Ubuntu Server 24.04.3 LTS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SMTP / IMAP Mail Server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25, 465, 587, 993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Yes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74743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09278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587</Words>
  <Application>Microsoft Office PowerPoint</Application>
  <PresentationFormat>ワイド画面</PresentationFormat>
  <Paragraphs>293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1. Network Topology</vt:lpstr>
      <vt:lpstr>PowerPoint プレゼンテーション</vt:lpstr>
      <vt:lpstr>2. Segment List</vt:lpstr>
      <vt:lpstr>3. User List(Part 1)</vt:lpstr>
      <vt:lpstr>3. User List(Part 2)</vt:lpstr>
      <vt:lpstr>4. Server List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OKADA Eisuke</dc:creator>
  <cp:lastModifiedBy>OKADA Eisuke</cp:lastModifiedBy>
  <cp:revision>1</cp:revision>
  <dcterms:created xsi:type="dcterms:W3CDTF">2026-05-05T17:33:13Z</dcterms:created>
  <dcterms:modified xsi:type="dcterms:W3CDTF">2026-08-09T14:52:19Z</dcterms:modified>
</cp:coreProperties>
</file>