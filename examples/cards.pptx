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046720" y="4754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検討時間：12分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1124712"/>
            <a:ext cx="10515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UTM(VPN)への不審な外部接続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8470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状況付与概要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304288"/>
            <a:ext cx="1051560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監視担当から、インターネット側からUTM(VPN)への通常より多い接続があったという連絡が入った。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接続元は文書化用外部アドレス範囲として示されている。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同じ時間帯に、内部サービスへの通信も増えた可能性がある。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現時点では、認証成功や侵害は確認されていない。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04672" y="4892040"/>
            <a:ext cx="10652760" cy="135331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5074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42416" y="5440680"/>
            <a:ext cx="9966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何が事実として確認できるか。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PCAPで確認できることと、できないことは何か。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追加でどのログを確認すべきか。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046720" y="4754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検討時間：18分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1124712"/>
            <a:ext cx="10515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内部サービスへの通信増加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8470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状況付与概要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304288"/>
            <a:ext cx="1051560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VLAN100上のAD-SRV-01とFILE-SRV-01に対する通信が増えている。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名前解決、認証関連、ファイル共有に見える通信が含まれる。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PCAPでは宛先やポート、通信方向を確認できる可能性がある。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ログオン成功やファイル操作は、追加ログで確認する必要がある。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04672" y="4892040"/>
            <a:ext cx="10652760" cy="135331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5074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42416" y="5440680"/>
            <a:ext cx="9966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PCAPで確認できる通信事実は何か。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認証成功やファイル閲覧を断定するには何が足りないか。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SOC / CSIRT内で共有すべき内容は何か。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046720" y="4754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検討時間：18分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1124712"/>
            <a:ext cx="10515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複数セグメントへの横方向通信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8470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状況付与概要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304288"/>
            <a:ext cx="1051560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IT支援セグメントと開発セグメントの一部端末から、複数セグメントへの接続が増えている。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SMB、RDP、管理系通信に見える通信が混在している。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通信元・通信先・ポート・回数はPCAPで確認できる可能性がある。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リモートログオンや端末上の実行内容は、まだ確認できていない。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04672" y="4892040"/>
            <a:ext cx="10652760" cy="135331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5074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42416" y="5440680"/>
            <a:ext cx="9966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優先して確認すべき端末やセグメントはどこか。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横方向通信として確認できる事実は何か。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端末調査や認証ログで何を確認すべきか。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046720" y="4754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検討時間：18分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1124712"/>
            <a:ext cx="10515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ファイル共有と外部宛て通信の増加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8470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状況付与概要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304288"/>
            <a:ext cx="1051560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FILE-SRV-01に対するSMB通信が増えた後、一部端末から外部アドレスへのHTTPS通信が観測されている。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通信の時系列上の近接は確認できる。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ただし、ファイルコピーや情報窃取が行われたかはPCAPだけでは判断できない。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ファイルサーバ、端末、UTM/プロキシの追加確認が必要である。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04672" y="4892040"/>
            <a:ext cx="10652760" cy="135331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5074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42416" y="5440680"/>
            <a:ext cx="9966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外部宛て通信をどこまで事実として扱えるか。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情報窃取を断定するには何が必要か。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追加でどのログや端末情報を確認すべきか。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046720" y="4754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検討時間：22分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1124712"/>
            <a:ext cx="10515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複数部署での業務影響の申告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8470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状況付与概要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304288"/>
            <a:ext cx="1051560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複数部署から、共有ファイルが開けないという申告が入っている。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プリンタに警告文のような出力があったという連絡もある。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対象端末、影響範囲、原因、暗号化の有無は未確定である。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関連する通信はPCAPで確認できるが、実行内容は追加調査が必要である。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04672" y="4892040"/>
            <a:ext cx="10652760" cy="135331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5074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42416" y="5440680"/>
            <a:ext cx="9966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この時点で初動対応として何を行うか。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どの範囲を隔離・保全・確認するか。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SOC / CSIRT内で共有・エスカレーションすべき内容は何か。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状況付与カード</dc:title>
  <dc:subject>SOC / CSIRT初任者向け状況付与カード</dc:subject>
  <dc:creator>OpenAI</dc:creator>
  <cp:lastModifiedBy>OpenAI</cp:lastModifiedBy>
  <cp:revision>1</cp:revision>
  <dcterms:created xsi:type="dcterms:W3CDTF">2026-08-09T13:19:18Z</dcterms:created>
  <dcterms:modified xsi:type="dcterms:W3CDTF">2026-08-09T13:19:18Z</dcterms:modified>
</cp:coreProperties>
</file>