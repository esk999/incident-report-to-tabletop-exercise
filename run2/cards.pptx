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状況付与1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0" y="38404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検討時間：15分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561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7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VPN装置への外部接続の兆候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914400" y="1901952"/>
            <a:ext cx="103327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48840"/>
            <a:ext cx="1033272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Cの監視で、公開側のUTM(VPN)に対する通常と異なる外部接続が検知された。現時点では、外部から通信があったこと以上は確定していない。受講者はPCAPで確認できる通信事実と、追加ログが必要な事項を切り分ける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4800600"/>
            <a:ext cx="10332720" cy="1143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ヒント：PCAPで確認できる通信事実と、UTM/VPNログでなければ分からないことを分けてください。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状況付与2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0" y="38404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検討時間：20分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561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7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内部サービスへの広範な接続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914400" y="1901952"/>
            <a:ext cx="103327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48840"/>
            <a:ext cx="1033272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UTM(VPN)関連の通信後、内部サービスに対する通常より広い接続が監視で確認された。AD-SRV-01やFILE-SRV-01を含む複数の宛先への通信があり、何が確認済みで何が仮説なのかを整理する必要がある。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4800600"/>
            <a:ext cx="10332720" cy="1143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ヒント：通信先の役割を確認し、内部探索の仮説とPCAP上の事実を混同しないでください。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状況付与3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0" y="38404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検討時間：20分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561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7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ファイル共有周辺の通信増加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914400" y="1901952"/>
            <a:ext cx="103327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48840"/>
            <a:ext cx="1033272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FILE-SRV-01周辺のSMB通信が短時間に増えている。業務ファイルに関わる可能性があるため、受講者は通信証跡から言えることと、ファイル操作ログがなければ分からないことを切り分ける。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4800600"/>
            <a:ext cx="10332720" cy="1143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ヒント：SMB通信から分かることと、ファイルサーバの監査ログが必要なことを分けてください。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状況付与4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0" y="38404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検討時間：20分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561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7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複数部署からの共有ファイル利用不可報告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914400" y="1901952"/>
            <a:ext cx="103327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48840"/>
            <a:ext cx="1033272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部署から、共有フォルダ上の一部ファイルが開けない、またはファイル名が通常と異なるという問い合わせが入り始めた。PCAPで確認できる通信事実と、端末・サーバ調査が必要な事項を区別しながら初動対応を検討する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4800600"/>
            <a:ext cx="10332720" cy="1143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ヒント：利用者申告、PCAP上の通信、追加調査が必要な事項を三つに分けて整理してください。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状況付与5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0" y="38404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3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検討時間：25分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561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7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初動報告とエスカレーション判断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914400" y="1901952"/>
            <a:ext cx="103327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48840"/>
            <a:ext cx="1033272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SOC / CSIRT内で、ここまでの観測結果をもとに初動報告をまとめるよう求められた。PCAPで確認できた事実、追加ログ待ちの事項、未断定事項を分け、封じ込めと証跡保全の初動対応案を整理する。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4800600"/>
            <a:ext cx="10332720" cy="1143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ヒント：初動報告に書ける事実、仮説、未確認事項を分けて、次に取るべき確認を優先順位付けしてください。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Shimada Laboratory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状況付与カード</dc:title>
  <dc:subject>SOC/CSIRT 初任者向け状況付与カード</dc:subject>
  <dc:creator>OpenAI</dc:creator>
  <cp:lastModifiedBy>OpenAI</cp:lastModifiedBy>
  <cp:revision>1</cp:revision>
  <dcterms:created xsi:type="dcterms:W3CDTF">2026-08-11T04:33:02Z</dcterms:created>
  <dcterms:modified xsi:type="dcterms:W3CDTF">2026-08-11T04:33:02Z</dcterms:modified>
</cp:coreProperties>
</file>